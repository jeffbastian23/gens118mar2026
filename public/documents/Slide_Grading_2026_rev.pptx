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22"/>
  </p:notesMasterIdLst>
  <p:sldIdLst>
    <p:sldId id="266" r:id="rId5"/>
    <p:sldId id="308" r:id="rId6"/>
    <p:sldId id="310" r:id="rId7"/>
    <p:sldId id="311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81" d="100"/>
          <a:sy n="81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ad" userId="b3db8e89-e4e9-4056-9ea7-72f5f8b33406" providerId="ADAL" clId="{276F4343-AB13-43A2-A765-23035FD5665A}"/>
    <pc:docChg chg="modSld">
      <pc:chgData name="Ahmad" userId="b3db8e89-e4e9-4056-9ea7-72f5f8b33406" providerId="ADAL" clId="{276F4343-AB13-43A2-A765-23035FD5665A}" dt="2026-03-10T02:24:17.964" v="16" actId="20577"/>
      <pc:docMkLst>
        <pc:docMk/>
      </pc:docMkLst>
      <pc:sldChg chg="modSp mod">
        <pc:chgData name="Ahmad" userId="b3db8e89-e4e9-4056-9ea7-72f5f8b33406" providerId="ADAL" clId="{276F4343-AB13-43A2-A765-23035FD5665A}" dt="2026-03-10T02:24:17.964" v="16" actId="20577"/>
        <pc:sldMkLst>
          <pc:docMk/>
          <pc:sldMk cId="395374257" sldId="310"/>
        </pc:sldMkLst>
        <pc:spChg chg="mod">
          <ac:chgData name="Ahmad" userId="b3db8e89-e4e9-4056-9ea7-72f5f8b33406" providerId="ADAL" clId="{276F4343-AB13-43A2-A765-23035FD5665A}" dt="2026-03-10T02:24:17.964" v="16" actId="20577"/>
          <ac:spMkLst>
            <pc:docMk/>
            <pc:sldMk cId="395374257" sldId="310"/>
            <ac:spMk id="7" creationId="{B20F6444-8898-43DB-9C61-5209327DC0C8}"/>
          </ac:spMkLst>
        </pc:spChg>
      </pc:sldChg>
      <pc:sldChg chg="modSp mod">
        <pc:chgData name="Ahmad" userId="b3db8e89-e4e9-4056-9ea7-72f5f8b33406" providerId="ADAL" clId="{276F4343-AB13-43A2-A765-23035FD5665A}" dt="2026-03-10T01:55:59.338" v="5" actId="1076"/>
        <pc:sldMkLst>
          <pc:docMk/>
          <pc:sldMk cId="1748405542" sldId="321"/>
        </pc:sldMkLst>
        <pc:spChg chg="mod">
          <ac:chgData name="Ahmad" userId="b3db8e89-e4e9-4056-9ea7-72f5f8b33406" providerId="ADAL" clId="{276F4343-AB13-43A2-A765-23035FD5665A}" dt="2026-03-10T01:55:54.181" v="4" actId="1076"/>
          <ac:spMkLst>
            <pc:docMk/>
            <pc:sldMk cId="1748405542" sldId="321"/>
            <ac:spMk id="52" creationId="{8E2A4B0C-5A91-4A9D-AB86-8B1C825ACB74}"/>
          </ac:spMkLst>
        </pc:spChg>
        <pc:spChg chg="mod">
          <ac:chgData name="Ahmad" userId="b3db8e89-e4e9-4056-9ea7-72f5f8b33406" providerId="ADAL" clId="{276F4343-AB13-43A2-A765-23035FD5665A}" dt="2026-03-10T01:55:59.338" v="5" actId="1076"/>
          <ac:spMkLst>
            <pc:docMk/>
            <pc:sldMk cId="1748405542" sldId="321"/>
            <ac:spMk id="53" creationId="{96F39D13-C084-4A23-8938-2B4C2BFF622F}"/>
          </ac:spMkLst>
        </pc:spChg>
      </pc:sldChg>
    </pc:docChg>
  </pc:docChgLst>
  <pc:docChgLst>
    <pc:chgData name="Ahmad Saifuddin Zuhri" userId="b3db8e89-e4e9-4056-9ea7-72f5f8b33406" providerId="ADAL" clId="{276F4343-AB13-43A2-A765-23035FD5665A}"/>
    <pc:docChg chg="undo custSel addSld delSld modSld">
      <pc:chgData name="Ahmad Saifuddin Zuhri" userId="b3db8e89-e4e9-4056-9ea7-72f5f8b33406" providerId="ADAL" clId="{276F4343-AB13-43A2-A765-23035FD5665A}" dt="2026-03-08T17:38:38.344" v="3439" actId="20577"/>
      <pc:docMkLst>
        <pc:docMk/>
      </pc:docMkLst>
      <pc:sldChg chg="modSp mod">
        <pc:chgData name="Ahmad Saifuddin Zuhri" userId="b3db8e89-e4e9-4056-9ea7-72f5f8b33406" providerId="ADAL" clId="{276F4343-AB13-43A2-A765-23035FD5665A}" dt="2026-03-08T17:38:38.344" v="3439" actId="20577"/>
        <pc:sldMkLst>
          <pc:docMk/>
          <pc:sldMk cId="895915843" sldId="266"/>
        </pc:sldMkLst>
        <pc:spChg chg="mod">
          <ac:chgData name="Ahmad Saifuddin Zuhri" userId="b3db8e89-e4e9-4056-9ea7-72f5f8b33406" providerId="ADAL" clId="{276F4343-AB13-43A2-A765-23035FD5665A}" dt="2026-03-08T17:38:38.344" v="3439" actId="20577"/>
          <ac:spMkLst>
            <pc:docMk/>
            <pc:sldMk cId="895915843" sldId="266"/>
            <ac:spMk id="2" creationId="{9AB2EA78-AEB3-469B-9025-3B17201A457B}"/>
          </ac:spMkLst>
        </pc:spChg>
      </pc:sldChg>
      <pc:sldChg chg="modSp mod">
        <pc:chgData name="Ahmad Saifuddin Zuhri" userId="b3db8e89-e4e9-4056-9ea7-72f5f8b33406" providerId="ADAL" clId="{276F4343-AB13-43A2-A765-23035FD5665A}" dt="2026-03-08T14:57:39.481" v="47" actId="403"/>
        <pc:sldMkLst>
          <pc:docMk/>
          <pc:sldMk cId="265522590" sldId="308"/>
        </pc:sldMkLst>
        <pc:spChg chg="mod">
          <ac:chgData name="Ahmad Saifuddin Zuhri" userId="b3db8e89-e4e9-4056-9ea7-72f5f8b33406" providerId="ADAL" clId="{276F4343-AB13-43A2-A765-23035FD5665A}" dt="2026-03-08T14:56:27.047" v="36" actId="207"/>
          <ac:spMkLst>
            <pc:docMk/>
            <pc:sldMk cId="265522590" sldId="308"/>
            <ac:spMk id="9" creationId="{53C3D5DD-E335-4CFB-9A16-4CC777075151}"/>
          </ac:spMkLst>
        </pc:spChg>
        <pc:spChg chg="mod">
          <ac:chgData name="Ahmad Saifuddin Zuhri" userId="b3db8e89-e4e9-4056-9ea7-72f5f8b33406" providerId="ADAL" clId="{276F4343-AB13-43A2-A765-23035FD5665A}" dt="2026-03-08T14:57:39.481" v="47" actId="403"/>
          <ac:spMkLst>
            <pc:docMk/>
            <pc:sldMk cId="265522590" sldId="308"/>
            <ac:spMk id="10" creationId="{076A8B91-8D7A-4830-94BF-B466A96098EF}"/>
          </ac:spMkLst>
        </pc:spChg>
      </pc:sldChg>
      <pc:sldChg chg="addSp delSp modSp del mod">
        <pc:chgData name="Ahmad Saifuddin Zuhri" userId="b3db8e89-e4e9-4056-9ea7-72f5f8b33406" providerId="ADAL" clId="{276F4343-AB13-43A2-A765-23035FD5665A}" dt="2026-03-08T17:38:09.060" v="3408" actId="47"/>
        <pc:sldMkLst>
          <pc:docMk/>
          <pc:sldMk cId="3641686136" sldId="309"/>
        </pc:sldMkLst>
        <pc:spChg chg="del">
          <ac:chgData name="Ahmad Saifuddin Zuhri" userId="b3db8e89-e4e9-4056-9ea7-72f5f8b33406" providerId="ADAL" clId="{276F4343-AB13-43A2-A765-23035FD5665A}" dt="2026-03-08T17:36:33.931" v="3363" actId="478"/>
          <ac:spMkLst>
            <pc:docMk/>
            <pc:sldMk cId="3641686136" sldId="309"/>
            <ac:spMk id="2" creationId="{66A47F5C-50EC-416A-AE8C-6F6BB4225673}"/>
          </ac:spMkLst>
        </pc:spChg>
        <pc:spChg chg="add del mod">
          <ac:chgData name="Ahmad Saifuddin Zuhri" userId="b3db8e89-e4e9-4056-9ea7-72f5f8b33406" providerId="ADAL" clId="{276F4343-AB13-43A2-A765-23035FD5665A}" dt="2026-03-08T17:36:36.144" v="3364" actId="478"/>
          <ac:spMkLst>
            <pc:docMk/>
            <pc:sldMk cId="3641686136" sldId="309"/>
            <ac:spMk id="6" creationId="{DF35AB67-2D49-4768-944E-0EE3D094317C}"/>
          </ac:spMkLst>
        </pc:spChg>
        <pc:spChg chg="add del mod">
          <ac:chgData name="Ahmad Saifuddin Zuhri" userId="b3db8e89-e4e9-4056-9ea7-72f5f8b33406" providerId="ADAL" clId="{276F4343-AB13-43A2-A765-23035FD5665A}" dt="2026-03-08T17:36:39.480" v="3366" actId="478"/>
          <ac:spMkLst>
            <pc:docMk/>
            <pc:sldMk cId="3641686136" sldId="309"/>
            <ac:spMk id="8" creationId="{8F90FB37-E844-4B6D-911A-B00CFDCE9B85}"/>
          </ac:spMkLst>
        </pc:spChg>
        <pc:spChg chg="add mod">
          <ac:chgData name="Ahmad Saifuddin Zuhri" userId="b3db8e89-e4e9-4056-9ea7-72f5f8b33406" providerId="ADAL" clId="{276F4343-AB13-43A2-A765-23035FD5665A}" dt="2026-03-08T17:37:15.876" v="3401" actId="1076"/>
          <ac:spMkLst>
            <pc:docMk/>
            <pc:sldMk cId="3641686136" sldId="309"/>
            <ac:spMk id="9" creationId="{4DFD769A-4BBE-4BA9-864E-72982AE4467B}"/>
          </ac:spMkLst>
        </pc:spChg>
        <pc:graphicFrameChg chg="del">
          <ac:chgData name="Ahmad Saifuddin Zuhri" userId="b3db8e89-e4e9-4056-9ea7-72f5f8b33406" providerId="ADAL" clId="{276F4343-AB13-43A2-A765-23035FD5665A}" dt="2026-03-08T17:36:37.811" v="3365" actId="478"/>
          <ac:graphicFrameMkLst>
            <pc:docMk/>
            <pc:sldMk cId="3641686136" sldId="309"/>
            <ac:graphicFrameMk id="4" creationId="{59F5A1AC-D08D-42AE-B94A-1CAFB517D846}"/>
          </ac:graphicFrameMkLst>
        </pc:graphicFrameChg>
      </pc:sldChg>
      <pc:sldChg chg="modSp mod">
        <pc:chgData name="Ahmad Saifuddin Zuhri" userId="b3db8e89-e4e9-4056-9ea7-72f5f8b33406" providerId="ADAL" clId="{276F4343-AB13-43A2-A765-23035FD5665A}" dt="2026-03-08T14:58:05.576" v="55" actId="403"/>
        <pc:sldMkLst>
          <pc:docMk/>
          <pc:sldMk cId="395374257" sldId="310"/>
        </pc:sldMkLst>
        <pc:spChg chg="mod">
          <ac:chgData name="Ahmad Saifuddin Zuhri" userId="b3db8e89-e4e9-4056-9ea7-72f5f8b33406" providerId="ADAL" clId="{276F4343-AB13-43A2-A765-23035FD5665A}" dt="2026-03-08T14:58:05.576" v="55" actId="403"/>
          <ac:spMkLst>
            <pc:docMk/>
            <pc:sldMk cId="395374257" sldId="310"/>
            <ac:spMk id="3" creationId="{AF6344BF-F600-47EF-A872-414F95975067}"/>
          </ac:spMkLst>
        </pc:spChg>
      </pc:sldChg>
      <pc:sldChg chg="modSp mod">
        <pc:chgData name="Ahmad Saifuddin Zuhri" userId="b3db8e89-e4e9-4056-9ea7-72f5f8b33406" providerId="ADAL" clId="{276F4343-AB13-43A2-A765-23035FD5665A}" dt="2026-03-08T14:58:17.486" v="65" actId="122"/>
        <pc:sldMkLst>
          <pc:docMk/>
          <pc:sldMk cId="3858830617" sldId="311"/>
        </pc:sldMkLst>
        <pc:spChg chg="mod">
          <ac:chgData name="Ahmad Saifuddin Zuhri" userId="b3db8e89-e4e9-4056-9ea7-72f5f8b33406" providerId="ADAL" clId="{276F4343-AB13-43A2-A765-23035FD5665A}" dt="2026-03-08T14:58:17.486" v="65" actId="122"/>
          <ac:spMkLst>
            <pc:docMk/>
            <pc:sldMk cId="3858830617" sldId="311"/>
            <ac:spMk id="2" creationId="{28896165-184C-4798-857B-A599743F3DEA}"/>
          </ac:spMkLst>
        </pc:spChg>
        <pc:spChg chg="mod">
          <ac:chgData name="Ahmad Saifuddin Zuhri" userId="b3db8e89-e4e9-4056-9ea7-72f5f8b33406" providerId="ADAL" clId="{276F4343-AB13-43A2-A765-23035FD5665A}" dt="2026-03-08T14:56:33.988" v="37" actId="207"/>
          <ac:spMkLst>
            <pc:docMk/>
            <pc:sldMk cId="3858830617" sldId="311"/>
            <ac:spMk id="9" creationId="{53C3D5DD-E335-4CFB-9A16-4CC777075151}"/>
          </ac:spMkLst>
        </pc:spChg>
      </pc:sldChg>
      <pc:sldChg chg="modSp mod">
        <pc:chgData name="Ahmad Saifuddin Zuhri" userId="b3db8e89-e4e9-4056-9ea7-72f5f8b33406" providerId="ADAL" clId="{276F4343-AB13-43A2-A765-23035FD5665A}" dt="2026-03-08T14:58:31.442" v="68" actId="122"/>
        <pc:sldMkLst>
          <pc:docMk/>
          <pc:sldMk cId="3811481118" sldId="313"/>
        </pc:sldMkLst>
        <pc:spChg chg="mod">
          <ac:chgData name="Ahmad Saifuddin Zuhri" userId="b3db8e89-e4e9-4056-9ea7-72f5f8b33406" providerId="ADAL" clId="{276F4343-AB13-43A2-A765-23035FD5665A}" dt="2026-03-08T14:58:31.442" v="68" actId="122"/>
          <ac:spMkLst>
            <pc:docMk/>
            <pc:sldMk cId="3811481118" sldId="313"/>
            <ac:spMk id="3" creationId="{81F57BD5-677C-4AC9-8571-7C39AF46EEE6}"/>
          </ac:spMkLst>
        </pc:spChg>
      </pc:sldChg>
      <pc:sldChg chg="modSp mod">
        <pc:chgData name="Ahmad Saifuddin Zuhri" userId="b3db8e89-e4e9-4056-9ea7-72f5f8b33406" providerId="ADAL" clId="{276F4343-AB13-43A2-A765-23035FD5665A}" dt="2026-03-08T14:58:41.256" v="71" actId="122"/>
        <pc:sldMkLst>
          <pc:docMk/>
          <pc:sldMk cId="2357326432" sldId="314"/>
        </pc:sldMkLst>
        <pc:spChg chg="mod">
          <ac:chgData name="Ahmad Saifuddin Zuhri" userId="b3db8e89-e4e9-4056-9ea7-72f5f8b33406" providerId="ADAL" clId="{276F4343-AB13-43A2-A765-23035FD5665A}" dt="2026-03-08T14:58:41.256" v="71" actId="122"/>
          <ac:spMkLst>
            <pc:docMk/>
            <pc:sldMk cId="2357326432" sldId="314"/>
            <ac:spMk id="2" creationId="{13E0816A-9E1D-4AFD-8D12-E3BE12743BA3}"/>
          </ac:spMkLst>
        </pc:spChg>
        <pc:spChg chg="mod">
          <ac:chgData name="Ahmad Saifuddin Zuhri" userId="b3db8e89-e4e9-4056-9ea7-72f5f8b33406" providerId="ADAL" clId="{276F4343-AB13-43A2-A765-23035FD5665A}" dt="2026-03-08T14:56:39.698" v="38" actId="207"/>
          <ac:spMkLst>
            <pc:docMk/>
            <pc:sldMk cId="2357326432" sldId="314"/>
            <ac:spMk id="9" creationId="{53C3D5DD-E335-4CFB-9A16-4CC777075151}"/>
          </ac:spMkLst>
        </pc:spChg>
      </pc:sldChg>
      <pc:sldChg chg="modSp mod">
        <pc:chgData name="Ahmad Saifuddin Zuhri" userId="b3db8e89-e4e9-4056-9ea7-72f5f8b33406" providerId="ADAL" clId="{276F4343-AB13-43A2-A765-23035FD5665A}" dt="2026-03-08T15:03:23.856" v="91" actId="790"/>
        <pc:sldMkLst>
          <pc:docMk/>
          <pc:sldMk cId="3975903520" sldId="315"/>
        </pc:sldMkLst>
        <pc:spChg chg="mod">
          <ac:chgData name="Ahmad Saifuddin Zuhri" userId="b3db8e89-e4e9-4056-9ea7-72f5f8b33406" providerId="ADAL" clId="{276F4343-AB13-43A2-A765-23035FD5665A}" dt="2026-03-08T15:03:23.856" v="91" actId="790"/>
          <ac:spMkLst>
            <pc:docMk/>
            <pc:sldMk cId="3975903520" sldId="315"/>
            <ac:spMk id="7" creationId="{717425F2-D421-47C2-A518-6766A58332E7}"/>
          </ac:spMkLst>
        </pc:spChg>
        <pc:spChg chg="mod">
          <ac:chgData name="Ahmad Saifuddin Zuhri" userId="b3db8e89-e4e9-4056-9ea7-72f5f8b33406" providerId="ADAL" clId="{276F4343-AB13-43A2-A765-23035FD5665A}" dt="2026-03-08T14:58:51.587" v="74" actId="2711"/>
          <ac:spMkLst>
            <pc:docMk/>
            <pc:sldMk cId="3975903520" sldId="315"/>
            <ac:spMk id="9" creationId="{D82B23E7-8FA3-4160-9D1A-6B36E5ABAF71}"/>
          </ac:spMkLst>
        </pc:spChg>
      </pc:sldChg>
      <pc:sldChg chg="modSp add mod">
        <pc:chgData name="Ahmad Saifuddin Zuhri" userId="b3db8e89-e4e9-4056-9ea7-72f5f8b33406" providerId="ADAL" clId="{276F4343-AB13-43A2-A765-23035FD5665A}" dt="2026-03-08T14:59:02.928" v="79" actId="122"/>
        <pc:sldMkLst>
          <pc:docMk/>
          <pc:sldMk cId="657801843" sldId="316"/>
        </pc:sldMkLst>
        <pc:spChg chg="mod">
          <ac:chgData name="Ahmad Saifuddin Zuhri" userId="b3db8e89-e4e9-4056-9ea7-72f5f8b33406" providerId="ADAL" clId="{276F4343-AB13-43A2-A765-23035FD5665A}" dt="2026-03-08T14:59:02.928" v="79" actId="122"/>
          <ac:spMkLst>
            <pc:docMk/>
            <pc:sldMk cId="657801843" sldId="316"/>
            <ac:spMk id="2" creationId="{EFB758C0-F81C-4384-A197-30851FC2959E}"/>
          </ac:spMkLst>
        </pc:spChg>
        <pc:spChg chg="mod">
          <ac:chgData name="Ahmad Saifuddin Zuhri" userId="b3db8e89-e4e9-4056-9ea7-72f5f8b33406" providerId="ADAL" clId="{276F4343-AB13-43A2-A765-23035FD5665A}" dt="2026-03-08T14:56:48.496" v="39" actId="207"/>
          <ac:spMkLst>
            <pc:docMk/>
            <pc:sldMk cId="657801843" sldId="316"/>
            <ac:spMk id="9" creationId="{53C3D5DD-E335-4CFB-9A16-4CC777075151}"/>
          </ac:spMkLst>
        </pc:spChg>
      </pc:sldChg>
      <pc:sldChg chg="addSp delSp modSp add mod">
        <pc:chgData name="Ahmad Saifuddin Zuhri" userId="b3db8e89-e4e9-4056-9ea7-72f5f8b33406" providerId="ADAL" clId="{276F4343-AB13-43A2-A765-23035FD5665A}" dt="2026-03-08T15:34:54.214" v="152" actId="1076"/>
        <pc:sldMkLst>
          <pc:docMk/>
          <pc:sldMk cId="1333593736" sldId="317"/>
        </pc:sldMkLst>
        <pc:spChg chg="add mod ord">
          <ac:chgData name="Ahmad Saifuddin Zuhri" userId="b3db8e89-e4e9-4056-9ea7-72f5f8b33406" providerId="ADAL" clId="{276F4343-AB13-43A2-A765-23035FD5665A}" dt="2026-03-08T15:34:00.781" v="150" actId="1038"/>
          <ac:spMkLst>
            <pc:docMk/>
            <pc:sldMk cId="1333593736" sldId="317"/>
            <ac:spMk id="5" creationId="{09F2B4C0-AFB4-4F8E-B999-B230AF868EF0}"/>
          </ac:spMkLst>
        </pc:spChg>
        <pc:spChg chg="add mod">
          <ac:chgData name="Ahmad Saifuddin Zuhri" userId="b3db8e89-e4e9-4056-9ea7-72f5f8b33406" providerId="ADAL" clId="{276F4343-AB13-43A2-A765-23035FD5665A}" dt="2026-03-08T15:34:54.214" v="152" actId="1076"/>
          <ac:spMkLst>
            <pc:docMk/>
            <pc:sldMk cId="1333593736" sldId="317"/>
            <ac:spMk id="6" creationId="{A875922E-DA84-4EBD-A154-F637481C58EB}"/>
          </ac:spMkLst>
        </pc:spChg>
        <pc:spChg chg="add mod">
          <ac:chgData name="Ahmad Saifuddin Zuhri" userId="b3db8e89-e4e9-4056-9ea7-72f5f8b33406" providerId="ADAL" clId="{276F4343-AB13-43A2-A765-23035FD5665A}" dt="2026-03-08T15:27:37.748" v="131" actId="1076"/>
          <ac:spMkLst>
            <pc:docMk/>
            <pc:sldMk cId="1333593736" sldId="317"/>
            <ac:spMk id="7" creationId="{EB378A80-9ED8-44F6-8204-CA9FF8BF87D6}"/>
          </ac:spMkLst>
        </pc:spChg>
        <pc:spChg chg="mod">
          <ac:chgData name="Ahmad Saifuddin Zuhri" userId="b3db8e89-e4e9-4056-9ea7-72f5f8b33406" providerId="ADAL" clId="{276F4343-AB13-43A2-A765-23035FD5665A}" dt="2026-03-08T15:27:30.858" v="128" actId="1076"/>
          <ac:spMkLst>
            <pc:docMk/>
            <pc:sldMk cId="1333593736" sldId="317"/>
            <ac:spMk id="8" creationId="{B09828D7-0BDC-448F-9EF6-260153C86FAD}"/>
          </ac:spMkLst>
        </pc:spChg>
        <pc:spChg chg="del">
          <ac:chgData name="Ahmad Saifuddin Zuhri" userId="b3db8e89-e4e9-4056-9ea7-72f5f8b33406" providerId="ADAL" clId="{276F4343-AB13-43A2-A765-23035FD5665A}" dt="2026-03-08T14:59:40.726" v="81" actId="478"/>
          <ac:spMkLst>
            <pc:docMk/>
            <pc:sldMk cId="1333593736" sldId="317"/>
            <ac:spMk id="9" creationId="{53C3D5DD-E335-4CFB-9A16-4CC777075151}"/>
          </ac:spMkLst>
        </pc:spChg>
        <pc:spChg chg="add mod">
          <ac:chgData name="Ahmad Saifuddin Zuhri" userId="b3db8e89-e4e9-4056-9ea7-72f5f8b33406" providerId="ADAL" clId="{276F4343-AB13-43A2-A765-23035FD5665A}" dt="2026-03-08T15:27:33.438" v="130" actId="571"/>
          <ac:spMkLst>
            <pc:docMk/>
            <pc:sldMk cId="1333593736" sldId="317"/>
            <ac:spMk id="10" creationId="{662D3CE4-A69F-449A-ACB5-BE11C381756D}"/>
          </ac:spMkLst>
        </pc:spChg>
        <pc:picChg chg="add mod">
          <ac:chgData name="Ahmad Saifuddin Zuhri" userId="b3db8e89-e4e9-4056-9ea7-72f5f8b33406" providerId="ADAL" clId="{276F4343-AB13-43A2-A765-23035FD5665A}" dt="2026-03-08T15:33:48.787" v="144" actId="1076"/>
          <ac:picMkLst>
            <pc:docMk/>
            <pc:sldMk cId="1333593736" sldId="317"/>
            <ac:picMk id="4" creationId="{1E2C0A66-E732-4DC3-A2CF-F5FBA5FBFCEF}"/>
          </ac:picMkLst>
        </pc:picChg>
      </pc:sldChg>
      <pc:sldChg chg="modSp add mod">
        <pc:chgData name="Ahmad Saifuddin Zuhri" userId="b3db8e89-e4e9-4056-9ea7-72f5f8b33406" providerId="ADAL" clId="{276F4343-AB13-43A2-A765-23035FD5665A}" dt="2026-03-08T15:35:35.691" v="219" actId="207"/>
        <pc:sldMkLst>
          <pc:docMk/>
          <pc:sldMk cId="1881161904" sldId="318"/>
        </pc:sldMkLst>
        <pc:spChg chg="mod">
          <ac:chgData name="Ahmad Saifuddin Zuhri" userId="b3db8e89-e4e9-4056-9ea7-72f5f8b33406" providerId="ADAL" clId="{276F4343-AB13-43A2-A765-23035FD5665A}" dt="2026-03-08T15:35:35.691" v="219" actId="207"/>
          <ac:spMkLst>
            <pc:docMk/>
            <pc:sldMk cId="1881161904" sldId="318"/>
            <ac:spMk id="9" creationId="{53C3D5DD-E335-4CFB-9A16-4CC777075151}"/>
          </ac:spMkLst>
        </pc:spChg>
      </pc:sldChg>
      <pc:sldChg chg="addSp delSp modSp add mod">
        <pc:chgData name="Ahmad Saifuddin Zuhri" userId="b3db8e89-e4e9-4056-9ea7-72f5f8b33406" providerId="ADAL" clId="{276F4343-AB13-43A2-A765-23035FD5665A}" dt="2026-03-08T16:54:35.915" v="667" actId="208"/>
        <pc:sldMkLst>
          <pc:docMk/>
          <pc:sldMk cId="632596323" sldId="319"/>
        </pc:sldMkLst>
        <pc:spChg chg="add mod">
          <ac:chgData name="Ahmad Saifuddin Zuhri" userId="b3db8e89-e4e9-4056-9ea7-72f5f8b33406" providerId="ADAL" clId="{276F4343-AB13-43A2-A765-23035FD5665A}" dt="2026-03-08T16:41:38.449" v="443" actId="164"/>
          <ac:spMkLst>
            <pc:docMk/>
            <pc:sldMk cId="632596323" sldId="319"/>
            <ac:spMk id="3" creationId="{A687DA8C-9547-4412-9EFC-CC98169DDDC6}"/>
          </ac:spMkLst>
        </pc:spChg>
        <pc:spChg chg="del">
          <ac:chgData name="Ahmad Saifuddin Zuhri" userId="b3db8e89-e4e9-4056-9ea7-72f5f8b33406" providerId="ADAL" clId="{276F4343-AB13-43A2-A765-23035FD5665A}" dt="2026-03-08T16:32:57.953" v="222" actId="478"/>
          <ac:spMkLst>
            <pc:docMk/>
            <pc:sldMk cId="632596323" sldId="319"/>
            <ac:spMk id="5" creationId="{09F2B4C0-AFB4-4F8E-B999-B230AF868EF0}"/>
          </ac:spMkLst>
        </pc:spChg>
        <pc:spChg chg="del">
          <ac:chgData name="Ahmad Saifuddin Zuhri" userId="b3db8e89-e4e9-4056-9ea7-72f5f8b33406" providerId="ADAL" clId="{276F4343-AB13-43A2-A765-23035FD5665A}" dt="2026-03-08T16:32:58.878" v="223" actId="478"/>
          <ac:spMkLst>
            <pc:docMk/>
            <pc:sldMk cId="632596323" sldId="319"/>
            <ac:spMk id="6" creationId="{A875922E-DA84-4EBD-A154-F637481C58EB}"/>
          </ac:spMkLst>
        </pc:spChg>
        <pc:spChg chg="mod">
          <ac:chgData name="Ahmad Saifuddin Zuhri" userId="b3db8e89-e4e9-4056-9ea7-72f5f8b33406" providerId="ADAL" clId="{276F4343-AB13-43A2-A765-23035FD5665A}" dt="2026-03-08T16:46:31.308" v="536" actId="1036"/>
          <ac:spMkLst>
            <pc:docMk/>
            <pc:sldMk cId="632596323" sldId="319"/>
            <ac:spMk id="7" creationId="{EB378A80-9ED8-44F6-8204-CA9FF8BF87D6}"/>
          </ac:spMkLst>
        </pc:spChg>
        <pc:spChg chg="mod ord">
          <ac:chgData name="Ahmad Saifuddin Zuhri" userId="b3db8e89-e4e9-4056-9ea7-72f5f8b33406" providerId="ADAL" clId="{276F4343-AB13-43A2-A765-23035FD5665A}" dt="2026-03-08T16:42:03.972" v="452" actId="1076"/>
          <ac:spMkLst>
            <pc:docMk/>
            <pc:sldMk cId="632596323" sldId="319"/>
            <ac:spMk id="8" creationId="{B09828D7-0BDC-448F-9EF6-260153C86FAD}"/>
          </ac:spMkLst>
        </pc:spChg>
        <pc:spChg chg="add mod">
          <ac:chgData name="Ahmad Saifuddin Zuhri" userId="b3db8e89-e4e9-4056-9ea7-72f5f8b33406" providerId="ADAL" clId="{276F4343-AB13-43A2-A765-23035FD5665A}" dt="2026-03-08T16:41:38.449" v="443" actId="164"/>
          <ac:spMkLst>
            <pc:docMk/>
            <pc:sldMk cId="632596323" sldId="319"/>
            <ac:spMk id="9" creationId="{33C47061-FABA-452E-9279-CD5FC91F7D50}"/>
          </ac:spMkLst>
        </pc:spChg>
        <pc:spChg chg="add mod">
          <ac:chgData name="Ahmad Saifuddin Zuhri" userId="b3db8e89-e4e9-4056-9ea7-72f5f8b33406" providerId="ADAL" clId="{276F4343-AB13-43A2-A765-23035FD5665A}" dt="2026-03-08T16:41:38.449" v="443" actId="164"/>
          <ac:spMkLst>
            <pc:docMk/>
            <pc:sldMk cId="632596323" sldId="319"/>
            <ac:spMk id="10" creationId="{FAA4FA41-53C3-4F90-9254-0A85AE3D4E75}"/>
          </ac:spMkLst>
        </pc:spChg>
        <pc:spChg chg="add del mod">
          <ac:chgData name="Ahmad Saifuddin Zuhri" userId="b3db8e89-e4e9-4056-9ea7-72f5f8b33406" providerId="ADAL" clId="{276F4343-AB13-43A2-A765-23035FD5665A}" dt="2026-03-08T16:37:33.390" v="334" actId="478"/>
          <ac:spMkLst>
            <pc:docMk/>
            <pc:sldMk cId="632596323" sldId="319"/>
            <ac:spMk id="11" creationId="{5F1B7342-C89C-443E-9693-CDC18F3A8512}"/>
          </ac:spMkLst>
        </pc:spChg>
        <pc:spChg chg="add mod">
          <ac:chgData name="Ahmad Saifuddin Zuhri" userId="b3db8e89-e4e9-4056-9ea7-72f5f8b33406" providerId="ADAL" clId="{276F4343-AB13-43A2-A765-23035FD5665A}" dt="2026-03-08T16:41:38.449" v="443" actId="164"/>
          <ac:spMkLst>
            <pc:docMk/>
            <pc:sldMk cId="632596323" sldId="319"/>
            <ac:spMk id="12" creationId="{36194AAC-F64F-4DF6-87C5-5A4138A9CD2F}"/>
          </ac:spMkLst>
        </pc:spChg>
        <pc:spChg chg="add mod">
          <ac:chgData name="Ahmad Saifuddin Zuhri" userId="b3db8e89-e4e9-4056-9ea7-72f5f8b33406" providerId="ADAL" clId="{276F4343-AB13-43A2-A765-23035FD5665A}" dt="2026-03-08T16:41:38.449" v="443" actId="164"/>
          <ac:spMkLst>
            <pc:docMk/>
            <pc:sldMk cId="632596323" sldId="319"/>
            <ac:spMk id="13" creationId="{CAFA3632-0F12-45E5-836C-5056338E220D}"/>
          </ac:spMkLst>
        </pc:spChg>
        <pc:spChg chg="add mod">
          <ac:chgData name="Ahmad Saifuddin Zuhri" userId="b3db8e89-e4e9-4056-9ea7-72f5f8b33406" providerId="ADAL" clId="{276F4343-AB13-43A2-A765-23035FD5665A}" dt="2026-03-08T16:41:38.449" v="443" actId="164"/>
          <ac:spMkLst>
            <pc:docMk/>
            <pc:sldMk cId="632596323" sldId="319"/>
            <ac:spMk id="14" creationId="{D41411B4-18C6-44B9-804A-2EE38CCE0C4B}"/>
          </ac:spMkLst>
        </pc:spChg>
        <pc:spChg chg="add mod">
          <ac:chgData name="Ahmad Saifuddin Zuhri" userId="b3db8e89-e4e9-4056-9ea7-72f5f8b33406" providerId="ADAL" clId="{276F4343-AB13-43A2-A765-23035FD5665A}" dt="2026-03-08T16:41:38.449" v="443" actId="164"/>
          <ac:spMkLst>
            <pc:docMk/>
            <pc:sldMk cId="632596323" sldId="319"/>
            <ac:spMk id="15" creationId="{3311B0DA-8DE7-4CAE-88CB-15589666695E}"/>
          </ac:spMkLst>
        </pc:spChg>
        <pc:spChg chg="add mod">
          <ac:chgData name="Ahmad Saifuddin Zuhri" userId="b3db8e89-e4e9-4056-9ea7-72f5f8b33406" providerId="ADAL" clId="{276F4343-AB13-43A2-A765-23035FD5665A}" dt="2026-03-08T16:41:38.449" v="443" actId="164"/>
          <ac:spMkLst>
            <pc:docMk/>
            <pc:sldMk cId="632596323" sldId="319"/>
            <ac:spMk id="16" creationId="{68D52ECB-801B-4A59-91E7-4C936A74D04B}"/>
          </ac:spMkLst>
        </pc:spChg>
        <pc:spChg chg="add mod">
          <ac:chgData name="Ahmad Saifuddin Zuhri" userId="b3db8e89-e4e9-4056-9ea7-72f5f8b33406" providerId="ADAL" clId="{276F4343-AB13-43A2-A765-23035FD5665A}" dt="2026-03-08T16:41:38.449" v="443" actId="164"/>
          <ac:spMkLst>
            <pc:docMk/>
            <pc:sldMk cId="632596323" sldId="319"/>
            <ac:spMk id="17" creationId="{BC4A848B-A112-44B3-9469-CDC0221CB23A}"/>
          </ac:spMkLst>
        </pc:spChg>
        <pc:spChg chg="mod">
          <ac:chgData name="Ahmad Saifuddin Zuhri" userId="b3db8e89-e4e9-4056-9ea7-72f5f8b33406" providerId="ADAL" clId="{276F4343-AB13-43A2-A765-23035FD5665A}" dt="2026-03-08T16:44:29.298" v="484" actId="208"/>
          <ac:spMkLst>
            <pc:docMk/>
            <pc:sldMk cId="632596323" sldId="319"/>
            <ac:spMk id="20" creationId="{162D3F50-4785-40DB-978A-7A2F09E332DD}"/>
          </ac:spMkLst>
        </pc:spChg>
        <pc:spChg chg="mod">
          <ac:chgData name="Ahmad Saifuddin Zuhri" userId="b3db8e89-e4e9-4056-9ea7-72f5f8b33406" providerId="ADAL" clId="{276F4343-AB13-43A2-A765-23035FD5665A}" dt="2026-03-08T16:42:24.028" v="457" actId="207"/>
          <ac:spMkLst>
            <pc:docMk/>
            <pc:sldMk cId="632596323" sldId="319"/>
            <ac:spMk id="21" creationId="{B099136D-36F7-475D-A4BB-FACBEC625344}"/>
          </ac:spMkLst>
        </pc:spChg>
        <pc:spChg chg="mod">
          <ac:chgData name="Ahmad Saifuddin Zuhri" userId="b3db8e89-e4e9-4056-9ea7-72f5f8b33406" providerId="ADAL" clId="{276F4343-AB13-43A2-A765-23035FD5665A}" dt="2026-03-08T16:42:50.298" v="483" actId="404"/>
          <ac:spMkLst>
            <pc:docMk/>
            <pc:sldMk cId="632596323" sldId="319"/>
            <ac:spMk id="22" creationId="{1592DFDF-9A43-4EE5-A784-C778BAF16C54}"/>
          </ac:spMkLst>
        </pc:spChg>
        <pc:spChg chg="mod">
          <ac:chgData name="Ahmad Saifuddin Zuhri" userId="b3db8e89-e4e9-4056-9ea7-72f5f8b33406" providerId="ADAL" clId="{276F4343-AB13-43A2-A765-23035FD5665A}" dt="2026-03-08T16:41:58.365" v="448"/>
          <ac:spMkLst>
            <pc:docMk/>
            <pc:sldMk cId="632596323" sldId="319"/>
            <ac:spMk id="23" creationId="{5A9ED79B-3C3B-467F-A16A-27772DFCAEFA}"/>
          </ac:spMkLst>
        </pc:spChg>
        <pc:spChg chg="mod">
          <ac:chgData name="Ahmad Saifuddin Zuhri" userId="b3db8e89-e4e9-4056-9ea7-72f5f8b33406" providerId="ADAL" clId="{276F4343-AB13-43A2-A765-23035FD5665A}" dt="2026-03-08T16:41:58.365" v="448"/>
          <ac:spMkLst>
            <pc:docMk/>
            <pc:sldMk cId="632596323" sldId="319"/>
            <ac:spMk id="24" creationId="{E4EB7A85-FDE1-4B4C-B681-A50ECB5C39CB}"/>
          </ac:spMkLst>
        </pc:spChg>
        <pc:spChg chg="mod">
          <ac:chgData name="Ahmad Saifuddin Zuhri" userId="b3db8e89-e4e9-4056-9ea7-72f5f8b33406" providerId="ADAL" clId="{276F4343-AB13-43A2-A765-23035FD5665A}" dt="2026-03-08T16:41:58.365" v="448"/>
          <ac:spMkLst>
            <pc:docMk/>
            <pc:sldMk cId="632596323" sldId="319"/>
            <ac:spMk id="25" creationId="{B6DCBC32-E87A-44A6-AEC9-A17A24ECB022}"/>
          </ac:spMkLst>
        </pc:spChg>
        <pc:spChg chg="mod">
          <ac:chgData name="Ahmad Saifuddin Zuhri" userId="b3db8e89-e4e9-4056-9ea7-72f5f8b33406" providerId="ADAL" clId="{276F4343-AB13-43A2-A765-23035FD5665A}" dt="2026-03-08T16:41:58.365" v="448"/>
          <ac:spMkLst>
            <pc:docMk/>
            <pc:sldMk cId="632596323" sldId="319"/>
            <ac:spMk id="26" creationId="{7475BA72-678C-4249-8B08-FC76B86236A1}"/>
          </ac:spMkLst>
        </pc:spChg>
        <pc:spChg chg="mod">
          <ac:chgData name="Ahmad Saifuddin Zuhri" userId="b3db8e89-e4e9-4056-9ea7-72f5f8b33406" providerId="ADAL" clId="{276F4343-AB13-43A2-A765-23035FD5665A}" dt="2026-03-08T16:41:58.365" v="448"/>
          <ac:spMkLst>
            <pc:docMk/>
            <pc:sldMk cId="632596323" sldId="319"/>
            <ac:spMk id="27" creationId="{004947FB-B355-46E3-BA43-A73A8D4A217C}"/>
          </ac:spMkLst>
        </pc:spChg>
        <pc:spChg chg="mod">
          <ac:chgData name="Ahmad Saifuddin Zuhri" userId="b3db8e89-e4e9-4056-9ea7-72f5f8b33406" providerId="ADAL" clId="{276F4343-AB13-43A2-A765-23035FD5665A}" dt="2026-03-08T16:41:58.365" v="448"/>
          <ac:spMkLst>
            <pc:docMk/>
            <pc:sldMk cId="632596323" sldId="319"/>
            <ac:spMk id="28" creationId="{9E5360E7-9120-4B32-989B-C89085923317}"/>
          </ac:spMkLst>
        </pc:spChg>
        <pc:spChg chg="add mod">
          <ac:chgData name="Ahmad Saifuddin Zuhri" userId="b3db8e89-e4e9-4056-9ea7-72f5f8b33406" providerId="ADAL" clId="{276F4343-AB13-43A2-A765-23035FD5665A}" dt="2026-03-08T16:42:01.288" v="450" actId="571"/>
          <ac:spMkLst>
            <pc:docMk/>
            <pc:sldMk cId="632596323" sldId="319"/>
            <ac:spMk id="29" creationId="{9BC2F5A5-8606-4FAC-8F13-15AB12011265}"/>
          </ac:spMkLst>
        </pc:spChg>
        <pc:spChg chg="mod">
          <ac:chgData name="Ahmad Saifuddin Zuhri" userId="b3db8e89-e4e9-4056-9ea7-72f5f8b33406" providerId="ADAL" clId="{276F4343-AB13-43A2-A765-23035FD5665A}" dt="2026-03-08T16:46:02.374" v="498" actId="208"/>
          <ac:spMkLst>
            <pc:docMk/>
            <pc:sldMk cId="632596323" sldId="319"/>
            <ac:spMk id="31" creationId="{40169A2C-1DB2-4F7C-838E-52980B7DF673}"/>
          </ac:spMkLst>
        </pc:spChg>
        <pc:spChg chg="mod">
          <ac:chgData name="Ahmad Saifuddin Zuhri" userId="b3db8e89-e4e9-4056-9ea7-72f5f8b33406" providerId="ADAL" clId="{276F4343-AB13-43A2-A765-23035FD5665A}" dt="2026-03-08T16:44:59.890" v="490" actId="20577"/>
          <ac:spMkLst>
            <pc:docMk/>
            <pc:sldMk cId="632596323" sldId="319"/>
            <ac:spMk id="32" creationId="{3A9B0481-AAF6-4707-A50C-197E113050C8}"/>
          </ac:spMkLst>
        </pc:spChg>
        <pc:spChg chg="mod">
          <ac:chgData name="Ahmad Saifuddin Zuhri" userId="b3db8e89-e4e9-4056-9ea7-72f5f8b33406" providerId="ADAL" clId="{276F4343-AB13-43A2-A765-23035FD5665A}" dt="2026-03-08T16:45:45.917" v="497" actId="403"/>
          <ac:spMkLst>
            <pc:docMk/>
            <pc:sldMk cId="632596323" sldId="319"/>
            <ac:spMk id="33" creationId="{E98F968B-3063-46C5-98D2-42364BBFBD91}"/>
          </ac:spMkLst>
        </pc:spChg>
        <pc:spChg chg="mod">
          <ac:chgData name="Ahmad Saifuddin Zuhri" userId="b3db8e89-e4e9-4056-9ea7-72f5f8b33406" providerId="ADAL" clId="{276F4343-AB13-43A2-A765-23035FD5665A}" dt="2026-03-08T16:44:39.011" v="485"/>
          <ac:spMkLst>
            <pc:docMk/>
            <pc:sldMk cId="632596323" sldId="319"/>
            <ac:spMk id="34" creationId="{AE42436C-7067-4D3A-AAF4-8B573B3B35CF}"/>
          </ac:spMkLst>
        </pc:spChg>
        <pc:spChg chg="mod">
          <ac:chgData name="Ahmad Saifuddin Zuhri" userId="b3db8e89-e4e9-4056-9ea7-72f5f8b33406" providerId="ADAL" clId="{276F4343-AB13-43A2-A765-23035FD5665A}" dt="2026-03-08T16:44:39.011" v="485"/>
          <ac:spMkLst>
            <pc:docMk/>
            <pc:sldMk cId="632596323" sldId="319"/>
            <ac:spMk id="35" creationId="{F94B960C-329D-42AF-88FF-22EC9663F1A6}"/>
          </ac:spMkLst>
        </pc:spChg>
        <pc:spChg chg="mod">
          <ac:chgData name="Ahmad Saifuddin Zuhri" userId="b3db8e89-e4e9-4056-9ea7-72f5f8b33406" providerId="ADAL" clId="{276F4343-AB13-43A2-A765-23035FD5665A}" dt="2026-03-08T16:44:39.011" v="485"/>
          <ac:spMkLst>
            <pc:docMk/>
            <pc:sldMk cId="632596323" sldId="319"/>
            <ac:spMk id="36" creationId="{FDC613BA-AB6E-4B2B-BE26-EA8271DD11A9}"/>
          </ac:spMkLst>
        </pc:spChg>
        <pc:spChg chg="mod">
          <ac:chgData name="Ahmad Saifuddin Zuhri" userId="b3db8e89-e4e9-4056-9ea7-72f5f8b33406" providerId="ADAL" clId="{276F4343-AB13-43A2-A765-23035FD5665A}" dt="2026-03-08T16:44:39.011" v="485"/>
          <ac:spMkLst>
            <pc:docMk/>
            <pc:sldMk cId="632596323" sldId="319"/>
            <ac:spMk id="37" creationId="{F94FD148-7A13-45F5-A67B-6E9198B5430A}"/>
          </ac:spMkLst>
        </pc:spChg>
        <pc:spChg chg="mod">
          <ac:chgData name="Ahmad Saifuddin Zuhri" userId="b3db8e89-e4e9-4056-9ea7-72f5f8b33406" providerId="ADAL" clId="{276F4343-AB13-43A2-A765-23035FD5665A}" dt="2026-03-08T16:44:39.011" v="485"/>
          <ac:spMkLst>
            <pc:docMk/>
            <pc:sldMk cId="632596323" sldId="319"/>
            <ac:spMk id="38" creationId="{4751A6A5-7ADF-460D-A8AC-BA3A3D3670FD}"/>
          </ac:spMkLst>
        </pc:spChg>
        <pc:spChg chg="mod">
          <ac:chgData name="Ahmad Saifuddin Zuhri" userId="b3db8e89-e4e9-4056-9ea7-72f5f8b33406" providerId="ADAL" clId="{276F4343-AB13-43A2-A765-23035FD5665A}" dt="2026-03-08T16:44:39.011" v="485"/>
          <ac:spMkLst>
            <pc:docMk/>
            <pc:sldMk cId="632596323" sldId="319"/>
            <ac:spMk id="39" creationId="{D2BFBC4B-E216-4F65-B3AB-E1D42F81E56A}"/>
          </ac:spMkLst>
        </pc:spChg>
        <pc:spChg chg="mod">
          <ac:chgData name="Ahmad Saifuddin Zuhri" userId="b3db8e89-e4e9-4056-9ea7-72f5f8b33406" providerId="ADAL" clId="{276F4343-AB13-43A2-A765-23035FD5665A}" dt="2026-03-08T16:54:35.915" v="667" actId="208"/>
          <ac:spMkLst>
            <pc:docMk/>
            <pc:sldMk cId="632596323" sldId="319"/>
            <ac:spMk id="41" creationId="{D54BB685-A59B-43C4-9548-92BCC06654E3}"/>
          </ac:spMkLst>
        </pc:spChg>
        <pc:spChg chg="mod">
          <ac:chgData name="Ahmad Saifuddin Zuhri" userId="b3db8e89-e4e9-4056-9ea7-72f5f8b33406" providerId="ADAL" clId="{276F4343-AB13-43A2-A765-23035FD5665A}" dt="2026-03-08T16:46:52.709" v="538" actId="20577"/>
          <ac:spMkLst>
            <pc:docMk/>
            <pc:sldMk cId="632596323" sldId="319"/>
            <ac:spMk id="42" creationId="{9633C27B-FBB8-4AD6-B8EA-48AC089543AB}"/>
          </ac:spMkLst>
        </pc:spChg>
        <pc:spChg chg="mod">
          <ac:chgData name="Ahmad Saifuddin Zuhri" userId="b3db8e89-e4e9-4056-9ea7-72f5f8b33406" providerId="ADAL" clId="{276F4343-AB13-43A2-A765-23035FD5665A}" dt="2026-03-08T16:51:17.624" v="636" actId="404"/>
          <ac:spMkLst>
            <pc:docMk/>
            <pc:sldMk cId="632596323" sldId="319"/>
            <ac:spMk id="43" creationId="{C9498875-03E8-46B4-8490-E44C858F76D7}"/>
          </ac:spMkLst>
        </pc:spChg>
        <pc:spChg chg="mod">
          <ac:chgData name="Ahmad Saifuddin Zuhri" userId="b3db8e89-e4e9-4056-9ea7-72f5f8b33406" providerId="ADAL" clId="{276F4343-AB13-43A2-A765-23035FD5665A}" dt="2026-03-08T16:50:36.368" v="627" actId="1076"/>
          <ac:spMkLst>
            <pc:docMk/>
            <pc:sldMk cId="632596323" sldId="319"/>
            <ac:spMk id="44" creationId="{A951D025-A718-40CE-ADC8-143EB8E05307}"/>
          </ac:spMkLst>
        </pc:spChg>
        <pc:spChg chg="mod">
          <ac:chgData name="Ahmad Saifuddin Zuhri" userId="b3db8e89-e4e9-4056-9ea7-72f5f8b33406" providerId="ADAL" clId="{276F4343-AB13-43A2-A765-23035FD5665A}" dt="2026-03-08T16:50:16.494" v="623" actId="14100"/>
          <ac:spMkLst>
            <pc:docMk/>
            <pc:sldMk cId="632596323" sldId="319"/>
            <ac:spMk id="45" creationId="{7D599874-DF85-4FFC-890C-8127815E0BEB}"/>
          </ac:spMkLst>
        </pc:spChg>
        <pc:spChg chg="mod">
          <ac:chgData name="Ahmad Saifuddin Zuhri" userId="b3db8e89-e4e9-4056-9ea7-72f5f8b33406" providerId="ADAL" clId="{276F4343-AB13-43A2-A765-23035FD5665A}" dt="2026-03-08T16:46:07.538" v="499"/>
          <ac:spMkLst>
            <pc:docMk/>
            <pc:sldMk cId="632596323" sldId="319"/>
            <ac:spMk id="46" creationId="{5ADF6707-4CDD-49A2-9D9D-B732040B957A}"/>
          </ac:spMkLst>
        </pc:spChg>
        <pc:spChg chg="mod">
          <ac:chgData name="Ahmad Saifuddin Zuhri" userId="b3db8e89-e4e9-4056-9ea7-72f5f8b33406" providerId="ADAL" clId="{276F4343-AB13-43A2-A765-23035FD5665A}" dt="2026-03-08T16:50:44.764" v="628" actId="1076"/>
          <ac:spMkLst>
            <pc:docMk/>
            <pc:sldMk cId="632596323" sldId="319"/>
            <ac:spMk id="47" creationId="{A8CFF3E4-8DE0-4836-B0F8-C4B1BC6116D5}"/>
          </ac:spMkLst>
        </pc:spChg>
        <pc:spChg chg="mod">
          <ac:chgData name="Ahmad Saifuddin Zuhri" userId="b3db8e89-e4e9-4056-9ea7-72f5f8b33406" providerId="ADAL" clId="{276F4343-AB13-43A2-A765-23035FD5665A}" dt="2026-03-08T16:50:27.139" v="626" actId="1076"/>
          <ac:spMkLst>
            <pc:docMk/>
            <pc:sldMk cId="632596323" sldId="319"/>
            <ac:spMk id="48" creationId="{7668050F-9061-4247-AAB6-6C6109C13495}"/>
          </ac:spMkLst>
        </pc:spChg>
        <pc:spChg chg="mod">
          <ac:chgData name="Ahmad Saifuddin Zuhri" userId="b3db8e89-e4e9-4056-9ea7-72f5f8b33406" providerId="ADAL" clId="{276F4343-AB13-43A2-A765-23035FD5665A}" dt="2026-03-08T16:46:07.538" v="499"/>
          <ac:spMkLst>
            <pc:docMk/>
            <pc:sldMk cId="632596323" sldId="319"/>
            <ac:spMk id="49" creationId="{D37B922F-8B59-474C-856A-9E78D71CBE21}"/>
          </ac:spMkLst>
        </pc:spChg>
        <pc:grpChg chg="add mod">
          <ac:chgData name="Ahmad Saifuddin Zuhri" userId="b3db8e89-e4e9-4056-9ea7-72f5f8b33406" providerId="ADAL" clId="{276F4343-AB13-43A2-A765-23035FD5665A}" dt="2026-03-08T16:46:24.154" v="523" actId="1035"/>
          <ac:grpSpMkLst>
            <pc:docMk/>
            <pc:sldMk cId="632596323" sldId="319"/>
            <ac:grpSpMk id="18" creationId="{27C95F31-A5D1-48F1-BF79-EEE5DF9932A0}"/>
          </ac:grpSpMkLst>
        </pc:grpChg>
        <pc:grpChg chg="add mod">
          <ac:chgData name="Ahmad Saifuddin Zuhri" userId="b3db8e89-e4e9-4056-9ea7-72f5f8b33406" providerId="ADAL" clId="{276F4343-AB13-43A2-A765-23035FD5665A}" dt="2026-03-08T16:46:24.154" v="523" actId="1035"/>
          <ac:grpSpMkLst>
            <pc:docMk/>
            <pc:sldMk cId="632596323" sldId="319"/>
            <ac:grpSpMk id="19" creationId="{81555076-A7B7-40AC-BCF4-83D2164D6F59}"/>
          </ac:grpSpMkLst>
        </pc:grpChg>
        <pc:grpChg chg="add mod">
          <ac:chgData name="Ahmad Saifuddin Zuhri" userId="b3db8e89-e4e9-4056-9ea7-72f5f8b33406" providerId="ADAL" clId="{276F4343-AB13-43A2-A765-23035FD5665A}" dt="2026-03-08T16:46:24.154" v="523" actId="1035"/>
          <ac:grpSpMkLst>
            <pc:docMk/>
            <pc:sldMk cId="632596323" sldId="319"/>
            <ac:grpSpMk id="30" creationId="{A34EACAD-46B8-41AA-B550-212D4D6C62D2}"/>
          </ac:grpSpMkLst>
        </pc:grpChg>
        <pc:grpChg chg="add mod">
          <ac:chgData name="Ahmad Saifuddin Zuhri" userId="b3db8e89-e4e9-4056-9ea7-72f5f8b33406" providerId="ADAL" clId="{276F4343-AB13-43A2-A765-23035FD5665A}" dt="2026-03-08T16:50:20.950" v="625" actId="1076"/>
          <ac:grpSpMkLst>
            <pc:docMk/>
            <pc:sldMk cId="632596323" sldId="319"/>
            <ac:grpSpMk id="40" creationId="{7C3F76C1-D978-4133-8DAA-C89778DDB2A4}"/>
          </ac:grpSpMkLst>
        </pc:grpChg>
        <pc:picChg chg="del">
          <ac:chgData name="Ahmad Saifuddin Zuhri" userId="b3db8e89-e4e9-4056-9ea7-72f5f8b33406" providerId="ADAL" clId="{276F4343-AB13-43A2-A765-23035FD5665A}" dt="2026-03-08T16:32:55.492" v="221" actId="478"/>
          <ac:picMkLst>
            <pc:docMk/>
            <pc:sldMk cId="632596323" sldId="319"/>
            <ac:picMk id="4" creationId="{1E2C0A66-E732-4DC3-A2CF-F5FBA5FBFCEF}"/>
          </ac:picMkLst>
        </pc:picChg>
      </pc:sldChg>
      <pc:sldChg chg="modSp add mod">
        <pc:chgData name="Ahmad Saifuddin Zuhri" userId="b3db8e89-e4e9-4056-9ea7-72f5f8b33406" providerId="ADAL" clId="{276F4343-AB13-43A2-A765-23035FD5665A}" dt="2026-03-08T16:52:59.043" v="665" actId="6549"/>
        <pc:sldMkLst>
          <pc:docMk/>
          <pc:sldMk cId="832386454" sldId="320"/>
        </pc:sldMkLst>
        <pc:spChg chg="mod">
          <ac:chgData name="Ahmad Saifuddin Zuhri" userId="b3db8e89-e4e9-4056-9ea7-72f5f8b33406" providerId="ADAL" clId="{276F4343-AB13-43A2-A765-23035FD5665A}" dt="2026-03-08T16:52:59.043" v="665" actId="6549"/>
          <ac:spMkLst>
            <pc:docMk/>
            <pc:sldMk cId="832386454" sldId="320"/>
            <ac:spMk id="9" creationId="{53C3D5DD-E335-4CFB-9A16-4CC777075151}"/>
          </ac:spMkLst>
        </pc:spChg>
      </pc:sldChg>
      <pc:sldChg chg="addSp delSp modSp add mod">
        <pc:chgData name="Ahmad Saifuddin Zuhri" userId="b3db8e89-e4e9-4056-9ea7-72f5f8b33406" providerId="ADAL" clId="{276F4343-AB13-43A2-A765-23035FD5665A}" dt="2026-03-08T17:02:50.653" v="890" actId="1036"/>
        <pc:sldMkLst>
          <pc:docMk/>
          <pc:sldMk cId="1748405542" sldId="321"/>
        </pc:sldMkLst>
        <pc:spChg chg="add mod">
          <ac:chgData name="Ahmad Saifuddin Zuhri" userId="b3db8e89-e4e9-4056-9ea7-72f5f8b33406" providerId="ADAL" clId="{276F4343-AB13-43A2-A765-23035FD5665A}" dt="2026-03-08T17:02:50.653" v="890" actId="1036"/>
          <ac:spMkLst>
            <pc:docMk/>
            <pc:sldMk cId="1748405542" sldId="321"/>
            <ac:spMk id="4" creationId="{B3DA4313-867A-44E6-AFBD-6AA053A37002}"/>
          </ac:spMkLst>
        </pc:spChg>
        <pc:spChg chg="del">
          <ac:chgData name="Ahmad Saifuddin Zuhri" userId="b3db8e89-e4e9-4056-9ea7-72f5f8b33406" providerId="ADAL" clId="{276F4343-AB13-43A2-A765-23035FD5665A}" dt="2026-03-08T16:57:33.501" v="733" actId="478"/>
          <ac:spMkLst>
            <pc:docMk/>
            <pc:sldMk cId="1748405542" sldId="321"/>
            <ac:spMk id="7" creationId="{EB378A80-9ED8-44F6-8204-CA9FF8BF87D6}"/>
          </ac:spMkLst>
        </pc:spChg>
        <pc:spChg chg="mod">
          <ac:chgData name="Ahmad Saifuddin Zuhri" userId="b3db8e89-e4e9-4056-9ea7-72f5f8b33406" providerId="ADAL" clId="{276F4343-AB13-43A2-A765-23035FD5665A}" dt="2026-03-08T17:02:45.895" v="875" actId="1036"/>
          <ac:spMkLst>
            <pc:docMk/>
            <pc:sldMk cId="1748405542" sldId="321"/>
            <ac:spMk id="8" creationId="{B09828D7-0BDC-448F-9EF6-260153C86FAD}"/>
          </ac:spMkLst>
        </pc:spChg>
        <pc:spChg chg="add del mod">
          <ac:chgData name="Ahmad Saifuddin Zuhri" userId="b3db8e89-e4e9-4056-9ea7-72f5f8b33406" providerId="ADAL" clId="{276F4343-AB13-43A2-A765-23035FD5665A}" dt="2026-03-08T16:56:59.132" v="725" actId="478"/>
          <ac:spMkLst>
            <pc:docMk/>
            <pc:sldMk cId="1748405542" sldId="321"/>
            <ac:spMk id="50" creationId="{9868BCFB-2187-4114-BF1D-F11FC7A02502}"/>
          </ac:spMkLst>
        </pc:spChg>
        <pc:spChg chg="add mod">
          <ac:chgData name="Ahmad Saifuddin Zuhri" userId="b3db8e89-e4e9-4056-9ea7-72f5f8b33406" providerId="ADAL" clId="{276F4343-AB13-43A2-A765-23035FD5665A}" dt="2026-03-08T17:02:50.653" v="890" actId="1036"/>
          <ac:spMkLst>
            <pc:docMk/>
            <pc:sldMk cId="1748405542" sldId="321"/>
            <ac:spMk id="51" creationId="{3ECA4AE9-3706-4582-9D06-98940AE51EC8}"/>
          </ac:spMkLst>
        </pc:spChg>
        <pc:spChg chg="add mod">
          <ac:chgData name="Ahmad Saifuddin Zuhri" userId="b3db8e89-e4e9-4056-9ea7-72f5f8b33406" providerId="ADAL" clId="{276F4343-AB13-43A2-A765-23035FD5665A}" dt="2026-03-08T17:02:50.653" v="890" actId="1036"/>
          <ac:spMkLst>
            <pc:docMk/>
            <pc:sldMk cId="1748405542" sldId="321"/>
            <ac:spMk id="52" creationId="{8E2A4B0C-5A91-4A9D-AB86-8B1C825ACB74}"/>
          </ac:spMkLst>
        </pc:spChg>
        <pc:spChg chg="add mod">
          <ac:chgData name="Ahmad Saifuddin Zuhri" userId="b3db8e89-e4e9-4056-9ea7-72f5f8b33406" providerId="ADAL" clId="{276F4343-AB13-43A2-A765-23035FD5665A}" dt="2026-03-08T17:02:50.653" v="890" actId="1036"/>
          <ac:spMkLst>
            <pc:docMk/>
            <pc:sldMk cId="1748405542" sldId="321"/>
            <ac:spMk id="53" creationId="{96F39D13-C084-4A23-8938-2B4C2BFF622F}"/>
          </ac:spMkLst>
        </pc:spChg>
        <pc:grpChg chg="del">
          <ac:chgData name="Ahmad Saifuddin Zuhri" userId="b3db8e89-e4e9-4056-9ea7-72f5f8b33406" providerId="ADAL" clId="{276F4343-AB13-43A2-A765-23035FD5665A}" dt="2026-03-08T16:54:55.235" v="668" actId="478"/>
          <ac:grpSpMkLst>
            <pc:docMk/>
            <pc:sldMk cId="1748405542" sldId="321"/>
            <ac:grpSpMk id="18" creationId="{27C95F31-A5D1-48F1-BF79-EEE5DF9932A0}"/>
          </ac:grpSpMkLst>
        </pc:grpChg>
        <pc:grpChg chg="del">
          <ac:chgData name="Ahmad Saifuddin Zuhri" userId="b3db8e89-e4e9-4056-9ea7-72f5f8b33406" providerId="ADAL" clId="{276F4343-AB13-43A2-A765-23035FD5665A}" dt="2026-03-08T16:54:56.114" v="669" actId="478"/>
          <ac:grpSpMkLst>
            <pc:docMk/>
            <pc:sldMk cId="1748405542" sldId="321"/>
            <ac:grpSpMk id="19" creationId="{81555076-A7B7-40AC-BCF4-83D2164D6F59}"/>
          </ac:grpSpMkLst>
        </pc:grpChg>
        <pc:grpChg chg="del">
          <ac:chgData name="Ahmad Saifuddin Zuhri" userId="b3db8e89-e4e9-4056-9ea7-72f5f8b33406" providerId="ADAL" clId="{276F4343-AB13-43A2-A765-23035FD5665A}" dt="2026-03-08T16:54:56.816" v="670" actId="478"/>
          <ac:grpSpMkLst>
            <pc:docMk/>
            <pc:sldMk cId="1748405542" sldId="321"/>
            <ac:grpSpMk id="30" creationId="{A34EACAD-46B8-41AA-B550-212D4D6C62D2}"/>
          </ac:grpSpMkLst>
        </pc:grpChg>
        <pc:grpChg chg="del">
          <ac:chgData name="Ahmad Saifuddin Zuhri" userId="b3db8e89-e4e9-4056-9ea7-72f5f8b33406" providerId="ADAL" clId="{276F4343-AB13-43A2-A765-23035FD5665A}" dt="2026-03-08T16:54:57.555" v="671" actId="478"/>
          <ac:grpSpMkLst>
            <pc:docMk/>
            <pc:sldMk cId="1748405542" sldId="321"/>
            <ac:grpSpMk id="40" creationId="{7C3F76C1-D978-4133-8DAA-C89778DDB2A4}"/>
          </ac:grpSpMkLst>
        </pc:grpChg>
      </pc:sldChg>
      <pc:sldChg chg="modSp add mod">
        <pc:chgData name="Ahmad Saifuddin Zuhri" userId="b3db8e89-e4e9-4056-9ea7-72f5f8b33406" providerId="ADAL" clId="{276F4343-AB13-43A2-A765-23035FD5665A}" dt="2026-03-08T17:10:58.646" v="1391" actId="115"/>
        <pc:sldMkLst>
          <pc:docMk/>
          <pc:sldMk cId="2343593606" sldId="322"/>
        </pc:sldMkLst>
        <pc:spChg chg="mod">
          <ac:chgData name="Ahmad Saifuddin Zuhri" userId="b3db8e89-e4e9-4056-9ea7-72f5f8b33406" providerId="ADAL" clId="{276F4343-AB13-43A2-A765-23035FD5665A}" dt="2026-03-08T17:10:58.646" v="1391" actId="115"/>
          <ac:spMkLst>
            <pc:docMk/>
            <pc:sldMk cId="2343593606" sldId="322"/>
            <ac:spMk id="9" creationId="{53C3D5DD-E335-4CFB-9A16-4CC777075151}"/>
          </ac:spMkLst>
        </pc:spChg>
      </pc:sldChg>
      <pc:sldChg chg="modSp add mod">
        <pc:chgData name="Ahmad Saifuddin Zuhri" userId="b3db8e89-e4e9-4056-9ea7-72f5f8b33406" providerId="ADAL" clId="{276F4343-AB13-43A2-A765-23035FD5665A}" dt="2026-03-08T17:11:32.761" v="1495" actId="6549"/>
        <pc:sldMkLst>
          <pc:docMk/>
          <pc:sldMk cId="1701012462" sldId="323"/>
        </pc:sldMkLst>
        <pc:spChg chg="mod">
          <ac:chgData name="Ahmad Saifuddin Zuhri" userId="b3db8e89-e4e9-4056-9ea7-72f5f8b33406" providerId="ADAL" clId="{276F4343-AB13-43A2-A765-23035FD5665A}" dt="2026-03-08T17:11:32.761" v="1495" actId="6549"/>
          <ac:spMkLst>
            <pc:docMk/>
            <pc:sldMk cId="1701012462" sldId="323"/>
            <ac:spMk id="9" creationId="{53C3D5DD-E335-4CFB-9A16-4CC777075151}"/>
          </ac:spMkLst>
        </pc:spChg>
      </pc:sldChg>
      <pc:sldChg chg="addSp delSp modSp add mod">
        <pc:chgData name="Ahmad Saifuddin Zuhri" userId="b3db8e89-e4e9-4056-9ea7-72f5f8b33406" providerId="ADAL" clId="{276F4343-AB13-43A2-A765-23035FD5665A}" dt="2026-03-08T17:36:19.313" v="3362" actId="1036"/>
        <pc:sldMkLst>
          <pc:docMk/>
          <pc:sldMk cId="3487696531" sldId="324"/>
        </pc:sldMkLst>
        <pc:spChg chg="add mod">
          <ac:chgData name="Ahmad Saifuddin Zuhri" userId="b3db8e89-e4e9-4056-9ea7-72f5f8b33406" providerId="ADAL" clId="{276F4343-AB13-43A2-A765-23035FD5665A}" dt="2026-03-08T17:36:11.900" v="3357" actId="1037"/>
          <ac:spMkLst>
            <pc:docMk/>
            <pc:sldMk cId="3487696531" sldId="324"/>
            <ac:spMk id="4" creationId="{E4783D85-5115-482C-B857-52E4814558E8}"/>
          </ac:spMkLst>
        </pc:spChg>
        <pc:spChg chg="add mod">
          <ac:chgData name="Ahmad Saifuddin Zuhri" userId="b3db8e89-e4e9-4056-9ea7-72f5f8b33406" providerId="ADAL" clId="{276F4343-AB13-43A2-A765-23035FD5665A}" dt="2026-03-08T17:36:19.313" v="3362" actId="1036"/>
          <ac:spMkLst>
            <pc:docMk/>
            <pc:sldMk cId="3487696531" sldId="324"/>
            <ac:spMk id="5" creationId="{5E9CA840-612B-4422-AE04-61D6E2B3270A}"/>
          </ac:spMkLst>
        </pc:spChg>
        <pc:spChg chg="del mod">
          <ac:chgData name="Ahmad Saifuddin Zuhri" userId="b3db8e89-e4e9-4056-9ea7-72f5f8b33406" providerId="ADAL" clId="{276F4343-AB13-43A2-A765-23035FD5665A}" dt="2026-03-08T17:11:52.087" v="1498" actId="478"/>
          <ac:spMkLst>
            <pc:docMk/>
            <pc:sldMk cId="3487696531" sldId="324"/>
            <ac:spMk id="9" creationId="{53C3D5DD-E335-4CFB-9A16-4CC777075151}"/>
          </ac:spMkLst>
        </pc:spChg>
        <pc:graphicFrameChg chg="add mod modGraphic">
          <ac:chgData name="Ahmad Saifuddin Zuhri" userId="b3db8e89-e4e9-4056-9ea7-72f5f8b33406" providerId="ADAL" clId="{276F4343-AB13-43A2-A765-23035FD5665A}" dt="2026-03-08T17:34:12.791" v="3316" actId="1076"/>
          <ac:graphicFrameMkLst>
            <pc:docMk/>
            <pc:sldMk cId="3487696531" sldId="324"/>
            <ac:graphicFrameMk id="3" creationId="{3CD1D93E-2FEC-424E-B906-03EEC630DACC}"/>
          </ac:graphicFrameMkLst>
        </pc:graphicFrameChg>
      </pc:sldChg>
      <pc:sldChg chg="addSp delSp modSp add mod">
        <pc:chgData name="Ahmad Saifuddin Zuhri" userId="b3db8e89-e4e9-4056-9ea7-72f5f8b33406" providerId="ADAL" clId="{276F4343-AB13-43A2-A765-23035FD5665A}" dt="2026-03-08T17:37:55.631" v="3407"/>
        <pc:sldMkLst>
          <pc:docMk/>
          <pc:sldMk cId="1449651212" sldId="325"/>
        </pc:sldMkLst>
        <pc:spChg chg="del">
          <ac:chgData name="Ahmad Saifuddin Zuhri" userId="b3db8e89-e4e9-4056-9ea7-72f5f8b33406" providerId="ADAL" clId="{276F4343-AB13-43A2-A765-23035FD5665A}" dt="2026-03-08T17:37:51.473" v="3406" actId="478"/>
          <ac:spMkLst>
            <pc:docMk/>
            <pc:sldMk cId="1449651212" sldId="325"/>
            <ac:spMk id="4" creationId="{E4783D85-5115-482C-B857-52E4814558E8}"/>
          </ac:spMkLst>
        </pc:spChg>
        <pc:spChg chg="del">
          <ac:chgData name="Ahmad Saifuddin Zuhri" userId="b3db8e89-e4e9-4056-9ea7-72f5f8b33406" providerId="ADAL" clId="{276F4343-AB13-43A2-A765-23035FD5665A}" dt="2026-03-08T17:37:50.269" v="3405" actId="478"/>
          <ac:spMkLst>
            <pc:docMk/>
            <pc:sldMk cId="1449651212" sldId="325"/>
            <ac:spMk id="5" creationId="{5E9CA840-612B-4422-AE04-61D6E2B3270A}"/>
          </ac:spMkLst>
        </pc:spChg>
        <pc:spChg chg="add mod">
          <ac:chgData name="Ahmad Saifuddin Zuhri" userId="b3db8e89-e4e9-4056-9ea7-72f5f8b33406" providerId="ADAL" clId="{276F4343-AB13-43A2-A765-23035FD5665A}" dt="2026-03-08T17:37:55.631" v="3407"/>
          <ac:spMkLst>
            <pc:docMk/>
            <pc:sldMk cId="1449651212" sldId="325"/>
            <ac:spMk id="7" creationId="{9F07F00A-7C6C-46C7-9D28-9EE92E90DE2C}"/>
          </ac:spMkLst>
        </pc:spChg>
        <pc:spChg chg="del">
          <ac:chgData name="Ahmad Saifuddin Zuhri" userId="b3db8e89-e4e9-4056-9ea7-72f5f8b33406" providerId="ADAL" clId="{276F4343-AB13-43A2-A765-23035FD5665A}" dt="2026-03-08T17:37:48.445" v="3404" actId="478"/>
          <ac:spMkLst>
            <pc:docMk/>
            <pc:sldMk cId="1449651212" sldId="325"/>
            <ac:spMk id="8" creationId="{B09828D7-0BDC-448F-9EF6-260153C86FAD}"/>
          </ac:spMkLst>
        </pc:spChg>
        <pc:graphicFrameChg chg="del">
          <ac:chgData name="Ahmad Saifuddin Zuhri" userId="b3db8e89-e4e9-4056-9ea7-72f5f8b33406" providerId="ADAL" clId="{276F4343-AB13-43A2-A765-23035FD5665A}" dt="2026-03-08T17:37:43.626" v="3403" actId="478"/>
          <ac:graphicFrameMkLst>
            <pc:docMk/>
            <pc:sldMk cId="1449651212" sldId="325"/>
            <ac:graphicFrameMk id="3" creationId="{3CD1D93E-2FEC-424E-B906-03EEC630DAC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3C246C-1A40-42FF-8901-BB9EF9731277}" type="datetimeFigureOut">
              <a:rPr lang="id-ID" smtClean="0"/>
              <a:t>10/03/2026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BA1451-0E81-470A-84BA-A0DCB1BCD88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47071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345EB-E610-4B30-B651-29D3D8A0B067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8337-D049-44FF-8B26-3CC6F21AC76C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387E1-68EF-4BB4-8B6A-D45213BF11F7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8AC08-C5AE-4C44-8B97-9C039E454B87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005D-E42C-4DC1-B447-021EBFFB64F7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B8EBD-225A-45FE-B060-62B2E4334912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3AE95-8156-442F-ADC0-5E5CDC2AC233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ABFF5C40-BD3F-4FC3-963A-8165574E0C70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8D2DB58-F4A9-445D-AE6A-37A222147FB7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319D40F7-5CFC-4809-8281-4CFE20FA8FCC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494791"/>
          </a:xfrm>
        </p:spPr>
        <p:txBody>
          <a:bodyPr>
            <a:noAutofit/>
          </a:bodyPr>
          <a:lstStyle/>
          <a:p>
            <a:r>
              <a:rPr lang="id-ID" sz="4800" noProof="1"/>
              <a:t>Penetapan Jabatan dan Peringkat Pegawai Pelaksana </a:t>
            </a:r>
            <a:r>
              <a:rPr lang="en-US" sz="4800" noProof="1"/>
              <a:t>Kemenkeu – DJBC</a:t>
            </a:r>
            <a:endParaRPr lang="id-ID" sz="4800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999" y="4455621"/>
            <a:ext cx="4829101" cy="1238616"/>
          </a:xfrm>
        </p:spPr>
        <p:txBody>
          <a:bodyPr>
            <a:normAutofit/>
          </a:bodyPr>
          <a:lstStyle/>
          <a:p>
            <a:r>
              <a:rPr lang="en-US" noProof="1"/>
              <a:t>Kanwil DJBC Jawa timur I 2026</a:t>
            </a:r>
            <a:endParaRPr lang="id-ID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B09828D7-0BDC-448F-9EF6-260153C86FAD}"/>
              </a:ext>
            </a:extLst>
          </p:cNvPr>
          <p:cNvSpPr/>
          <p:nvPr/>
        </p:nvSpPr>
        <p:spPr>
          <a:xfrm>
            <a:off x="141401" y="179109"/>
            <a:ext cx="11896627" cy="6042582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53C3D5DD-E335-4CFB-9A16-4CC777075151}"/>
              </a:ext>
            </a:extLst>
          </p:cNvPr>
          <p:cNvSpPr/>
          <p:nvPr/>
        </p:nvSpPr>
        <p:spPr>
          <a:xfrm>
            <a:off x="254525" y="405353"/>
            <a:ext cx="11651529" cy="5524107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err="1">
                <a:solidFill>
                  <a:srgbClr val="0070C0"/>
                </a:solidFill>
                <a:latin typeface="Amasis MT Pro Black" panose="02040A04050005020304" pitchFamily="18" charset="0"/>
              </a:rPr>
              <a:t>Apakah</a:t>
            </a:r>
            <a:r>
              <a:rPr lang="en-US" sz="4400" dirty="0">
                <a:solidFill>
                  <a:srgbClr val="0070C0"/>
                </a:solidFill>
                <a:latin typeface="Amasis MT Pro Black" panose="02040A04050005020304" pitchFamily="18" charset="0"/>
              </a:rPr>
              <a:t> yang </a:t>
            </a:r>
            <a:r>
              <a:rPr lang="en-US" sz="4400" dirty="0" err="1">
                <a:solidFill>
                  <a:srgbClr val="0070C0"/>
                </a:solidFill>
                <a:latin typeface="Amasis MT Pro Black" panose="02040A04050005020304" pitchFamily="18" charset="0"/>
              </a:rPr>
              <a:t>dimaksud</a:t>
            </a:r>
            <a:r>
              <a:rPr lang="en-US" sz="4400" dirty="0">
                <a:solidFill>
                  <a:srgbClr val="0070C0"/>
                </a:solidFill>
                <a:latin typeface="Amasis MT Pro Black" panose="02040A04050005020304" pitchFamily="18" charset="0"/>
              </a:rPr>
              <a:t> </a:t>
            </a:r>
            <a:r>
              <a:rPr lang="en-US" sz="4400" dirty="0" err="1">
                <a:solidFill>
                  <a:srgbClr val="0070C0"/>
                </a:solidFill>
                <a:latin typeface="Amasis MT Pro Black" panose="02040A04050005020304" pitchFamily="18" charset="0"/>
              </a:rPr>
              <a:t>dengan</a:t>
            </a:r>
            <a:r>
              <a:rPr lang="en-US" sz="4400" dirty="0">
                <a:solidFill>
                  <a:srgbClr val="0070C0"/>
                </a:solidFill>
                <a:latin typeface="Amasis MT Pro Black" panose="02040A04050005020304" pitchFamily="18" charset="0"/>
              </a:rPr>
              <a:t> </a:t>
            </a:r>
            <a:r>
              <a:rPr lang="en-US" sz="4400" dirty="0" err="1">
                <a:solidFill>
                  <a:srgbClr val="0070C0"/>
                </a:solidFill>
                <a:latin typeface="Amasis MT Pro Black" panose="02040A04050005020304" pitchFamily="18" charset="0"/>
              </a:rPr>
              <a:t>istilah</a:t>
            </a:r>
            <a:r>
              <a:rPr lang="en-US" sz="4400" dirty="0">
                <a:solidFill>
                  <a:srgbClr val="0070C0"/>
                </a:solidFill>
                <a:latin typeface="Amasis MT Pro Black" panose="02040A04050005020304" pitchFamily="18" charset="0"/>
              </a:rPr>
              <a:t> “</a:t>
            </a:r>
            <a:r>
              <a:rPr lang="en-US" sz="4400" dirty="0">
                <a:solidFill>
                  <a:schemeClr val="tx1"/>
                </a:solidFill>
                <a:latin typeface="Amasis MT Pro Black" panose="02040A04050005020304" pitchFamily="18" charset="0"/>
              </a:rPr>
              <a:t>Grading</a:t>
            </a:r>
            <a:r>
              <a:rPr lang="en-US" sz="4400" dirty="0">
                <a:solidFill>
                  <a:srgbClr val="0070C0"/>
                </a:solidFill>
                <a:latin typeface="Amasis MT Pro Black" panose="02040A04050005020304" pitchFamily="18" charset="0"/>
              </a:rPr>
              <a:t>” ?</a:t>
            </a:r>
            <a:endParaRPr lang="id-ID" sz="4400" dirty="0">
              <a:solidFill>
                <a:srgbClr val="0070C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6A8B91-8D7A-4830-94BF-B466A9609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A98EE3D-8CD1-4C3F-BD1C-C98C9596463C}" type="slidenum">
              <a:rPr lang="en-US" sz="1600" smtClean="0">
                <a:latin typeface="Amasis MT Pro Black" panose="02040A04050005020304" pitchFamily="18" charset="0"/>
              </a:rPr>
              <a:pPr algn="ctr"/>
              <a:t>2</a:t>
            </a:fld>
            <a:endParaRPr lang="en-US" sz="1600" dirty="0"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22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B09828D7-0BDC-448F-9EF6-260153C86FAD}"/>
              </a:ext>
            </a:extLst>
          </p:cNvPr>
          <p:cNvSpPr/>
          <p:nvPr/>
        </p:nvSpPr>
        <p:spPr>
          <a:xfrm>
            <a:off x="141401" y="179109"/>
            <a:ext cx="11896627" cy="6042582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53C3D5DD-E335-4CFB-9A16-4CC777075151}"/>
              </a:ext>
            </a:extLst>
          </p:cNvPr>
          <p:cNvSpPr/>
          <p:nvPr/>
        </p:nvSpPr>
        <p:spPr>
          <a:xfrm>
            <a:off x="263949" y="405354"/>
            <a:ext cx="11651529" cy="904972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  <a:latin typeface="Abadi" panose="020B0604020104020204" pitchFamily="34" charset="0"/>
              </a:rPr>
              <a:t>Grading = </a:t>
            </a:r>
            <a:r>
              <a:rPr lang="en-US" sz="4400" dirty="0" err="1">
                <a:solidFill>
                  <a:schemeClr val="tx1"/>
                </a:solidFill>
                <a:latin typeface="Abadi" panose="020B0604020104020204" pitchFamily="34" charset="0"/>
              </a:rPr>
              <a:t>Jabatan</a:t>
            </a:r>
            <a:r>
              <a:rPr lang="en-US" sz="4400" dirty="0">
                <a:solidFill>
                  <a:schemeClr val="tx1"/>
                </a:solidFill>
                <a:latin typeface="Abadi" panose="020B0604020104020204" pitchFamily="34" charset="0"/>
              </a:rPr>
              <a:t> dan </a:t>
            </a:r>
            <a:r>
              <a:rPr lang="en-US" sz="4400" dirty="0" err="1">
                <a:solidFill>
                  <a:schemeClr val="tx1"/>
                </a:solidFill>
                <a:latin typeface="Abadi" panose="020B0604020104020204" pitchFamily="34" charset="0"/>
              </a:rPr>
              <a:t>Peringkatnya</a:t>
            </a:r>
            <a:endParaRPr lang="id-ID" sz="4400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" name="Rectangle: Folded Corner 1">
            <a:extLst>
              <a:ext uri="{FF2B5EF4-FFF2-40B4-BE49-F238E27FC236}">
                <a16:creationId xmlns:a16="http://schemas.microsoft.com/office/drawing/2014/main" id="{7C367C43-FF92-4572-98A8-00B33CF06997}"/>
              </a:ext>
            </a:extLst>
          </p:cNvPr>
          <p:cNvSpPr/>
          <p:nvPr/>
        </p:nvSpPr>
        <p:spPr>
          <a:xfrm>
            <a:off x="217405" y="1868864"/>
            <a:ext cx="2881363" cy="3306452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600"/>
              </a:spcAft>
            </a:pPr>
            <a:r>
              <a:rPr lang="id-ID" b="1" noProof="1">
                <a:solidFill>
                  <a:schemeClr val="tx1"/>
                </a:solidFill>
              </a:rPr>
              <a:t>UU 20/2023</a:t>
            </a:r>
          </a:p>
          <a:p>
            <a:pPr>
              <a:spcAft>
                <a:spcPts val="600"/>
              </a:spcAft>
            </a:pPr>
            <a:r>
              <a:rPr lang="id-ID" b="1" noProof="1">
                <a:solidFill>
                  <a:schemeClr val="tx1"/>
                </a:solidFill>
              </a:rPr>
              <a:t>Jabatan ASN</a:t>
            </a:r>
            <a:r>
              <a:rPr lang="en-US" b="1" noProof="1">
                <a:solidFill>
                  <a:schemeClr val="tx1"/>
                </a:solidFill>
              </a:rPr>
              <a:t>:</a:t>
            </a:r>
            <a:endParaRPr lang="id-ID" b="1" noProof="1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r>
              <a:rPr lang="id-ID" noProof="1">
                <a:solidFill>
                  <a:schemeClr val="tx1"/>
                </a:solidFill>
              </a:rPr>
              <a:t>1. Manajerial</a:t>
            </a:r>
          </a:p>
          <a:p>
            <a:pPr marL="625475" indent="-2857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id-ID" noProof="1">
                <a:solidFill>
                  <a:schemeClr val="tx1"/>
                </a:solidFill>
              </a:rPr>
              <a:t>JPT</a:t>
            </a:r>
          </a:p>
          <a:p>
            <a:pPr marL="625475" indent="-2857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id-ID" noProof="1">
                <a:solidFill>
                  <a:schemeClr val="tx1"/>
                </a:solidFill>
              </a:rPr>
              <a:t>Administrator</a:t>
            </a:r>
          </a:p>
          <a:p>
            <a:pPr marL="625475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id-ID" noProof="1">
                <a:solidFill>
                  <a:schemeClr val="tx1"/>
                </a:solidFill>
              </a:rPr>
              <a:t>Pengawas</a:t>
            </a:r>
          </a:p>
          <a:p>
            <a:pPr>
              <a:spcAft>
                <a:spcPts val="300"/>
              </a:spcAft>
            </a:pPr>
            <a:r>
              <a:rPr lang="id-ID" noProof="1">
                <a:solidFill>
                  <a:schemeClr val="tx1"/>
                </a:solidFill>
              </a:rPr>
              <a:t>2. Nonmanajerial</a:t>
            </a:r>
          </a:p>
          <a:p>
            <a:pPr marL="631825" indent="-2921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id-ID" noProof="1">
                <a:solidFill>
                  <a:schemeClr val="tx1"/>
                </a:solidFill>
              </a:rPr>
              <a:t>Fungsional</a:t>
            </a:r>
          </a:p>
          <a:p>
            <a:pPr marL="631825" indent="-292100">
              <a:buFont typeface="Wingdings" panose="05000000000000000000" pitchFamily="2" charset="2"/>
              <a:buChar char="§"/>
            </a:pPr>
            <a:r>
              <a:rPr lang="id-ID" noProof="1">
                <a:solidFill>
                  <a:schemeClr val="tx1"/>
                </a:solidFill>
              </a:rPr>
              <a:t>Pelaksana</a:t>
            </a: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0D682F4A-41C4-460B-9D33-0BCD95BAD572}"/>
              </a:ext>
            </a:extLst>
          </p:cNvPr>
          <p:cNvSpPr/>
          <p:nvPr/>
        </p:nvSpPr>
        <p:spPr>
          <a:xfrm>
            <a:off x="6255570" y="1868864"/>
            <a:ext cx="2881364" cy="3341803"/>
          </a:xfrm>
          <a:prstGeom prst="foldedCorner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600"/>
              </a:spcAft>
            </a:pPr>
            <a:r>
              <a:rPr lang="en-US" b="1" noProof="1">
                <a:solidFill>
                  <a:schemeClr val="tx1"/>
                </a:solidFill>
              </a:rPr>
              <a:t>Jabatan Nonmanajerial</a:t>
            </a:r>
          </a:p>
          <a:p>
            <a:pPr algn="just">
              <a:spcAft>
                <a:spcPts val="600"/>
              </a:spcAft>
            </a:pPr>
            <a:r>
              <a:rPr lang="en-US" u="sng" noProof="1">
                <a:solidFill>
                  <a:schemeClr val="tx1"/>
                </a:solidFill>
              </a:rPr>
              <a:t>Fungsional</a:t>
            </a:r>
          </a:p>
          <a:p>
            <a:pPr algn="just">
              <a:spcAft>
                <a:spcPts val="600"/>
              </a:spcAft>
            </a:pPr>
            <a:r>
              <a:rPr lang="en-US" sz="1400" noProof="1">
                <a:solidFill>
                  <a:schemeClr val="tx1"/>
                </a:solidFill>
              </a:rPr>
              <a:t>Bertanggung jawab memberikan pelayanan dan melaksanakan pekerjaan sesuai dengan keahlian dan/ atau keterampilan tertentu</a:t>
            </a:r>
          </a:p>
          <a:p>
            <a:pPr algn="just">
              <a:spcAft>
                <a:spcPts val="600"/>
              </a:spcAft>
            </a:pPr>
            <a:r>
              <a:rPr lang="en-US" u="sng" noProof="1">
                <a:solidFill>
                  <a:schemeClr val="tx1"/>
                </a:solidFill>
              </a:rPr>
              <a:t>Pelaksana</a:t>
            </a:r>
          </a:p>
          <a:p>
            <a:pPr algn="just">
              <a:spcAft>
                <a:spcPts val="600"/>
              </a:spcAft>
            </a:pPr>
            <a:r>
              <a:rPr lang="en-US" sz="1400" noProof="1">
                <a:solidFill>
                  <a:schemeClr val="tx1"/>
                </a:solidFill>
              </a:rPr>
              <a:t>Bertanggung jawab memberikan pelayanan dan melaksanakan pekerjaan yang bersifat rutin dan sederhana</a:t>
            </a:r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A41303B2-DFFE-49D6-AEFA-3E44E971B5A6}"/>
              </a:ext>
            </a:extLst>
          </p:cNvPr>
          <p:cNvSpPr/>
          <p:nvPr/>
        </p:nvSpPr>
        <p:spPr>
          <a:xfrm>
            <a:off x="9212984" y="2351984"/>
            <a:ext cx="2761611" cy="3341803"/>
          </a:xfrm>
          <a:prstGeom prst="foldedCorne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600"/>
              </a:spcAft>
            </a:pPr>
            <a:r>
              <a:rPr lang="en-US" b="1" noProof="1">
                <a:solidFill>
                  <a:schemeClr val="bg1"/>
                </a:solidFill>
              </a:rPr>
              <a:t>Dasar Jabatan</a:t>
            </a:r>
          </a:p>
          <a:p>
            <a:r>
              <a:rPr lang="en-US" sz="1600" b="1" noProof="1">
                <a:solidFill>
                  <a:schemeClr val="bg1"/>
                </a:solidFill>
              </a:rPr>
              <a:t>Manajerial</a:t>
            </a:r>
          </a:p>
          <a:p>
            <a:pPr marL="112713" indent="-112713">
              <a:buFont typeface="Wingdings" panose="05000000000000000000" pitchFamily="2" charset="2"/>
              <a:buChar char="§"/>
            </a:pPr>
            <a:r>
              <a:rPr lang="en-US" sz="1400" noProof="1">
                <a:solidFill>
                  <a:schemeClr val="bg1"/>
                </a:solidFill>
              </a:rPr>
              <a:t>PMK 124/2024</a:t>
            </a:r>
          </a:p>
          <a:p>
            <a:pPr marL="112713" indent="-112713" algn="just">
              <a:buFont typeface="Wingdings" panose="05000000000000000000" pitchFamily="2" charset="2"/>
              <a:buChar char="§"/>
            </a:pPr>
            <a:r>
              <a:rPr lang="en-US" sz="1400" noProof="1">
                <a:solidFill>
                  <a:schemeClr val="bg1"/>
                </a:solidFill>
              </a:rPr>
              <a:t>PMK 188/2016 jo 183/2020</a:t>
            </a:r>
          </a:p>
          <a:p>
            <a:pPr marL="112713" indent="-112713" algn="just">
              <a:buFont typeface="Wingdings" panose="05000000000000000000" pitchFamily="2" charset="2"/>
              <a:buChar char="§"/>
            </a:pPr>
            <a:r>
              <a:rPr lang="en-US" sz="1400" noProof="1">
                <a:solidFill>
                  <a:schemeClr val="bg1"/>
                </a:solidFill>
              </a:rPr>
              <a:t>PMK 121/2024</a:t>
            </a:r>
          </a:p>
          <a:p>
            <a:pPr marL="112713" indent="-112713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noProof="1">
                <a:solidFill>
                  <a:schemeClr val="bg1"/>
                </a:solidFill>
              </a:rPr>
              <a:t>PMK 132/2024</a:t>
            </a:r>
          </a:p>
          <a:p>
            <a:pPr algn="just"/>
            <a:r>
              <a:rPr lang="en-US" sz="1600" b="1" noProof="1">
                <a:solidFill>
                  <a:schemeClr val="bg1"/>
                </a:solidFill>
              </a:rPr>
              <a:t>Nonmanajerial</a:t>
            </a:r>
          </a:p>
          <a:p>
            <a:pPr marL="112713" indent="-112713">
              <a:buFont typeface="Wingdings" panose="05000000000000000000" pitchFamily="2" charset="2"/>
              <a:buChar char="§"/>
            </a:pPr>
            <a:r>
              <a:rPr lang="en-US" sz="1400" noProof="1">
                <a:solidFill>
                  <a:schemeClr val="bg1"/>
                </a:solidFill>
              </a:rPr>
              <a:t>Fungsional: </a:t>
            </a:r>
            <a:r>
              <a:rPr lang="en-US" sz="1200" noProof="1">
                <a:solidFill>
                  <a:schemeClr val="bg1"/>
                </a:solidFill>
              </a:rPr>
              <a:t>PerMenpan 11/2023</a:t>
            </a:r>
          </a:p>
          <a:p>
            <a:pPr marL="112713" indent="-112713">
              <a:buFont typeface="Wingdings" panose="05000000000000000000" pitchFamily="2" charset="2"/>
              <a:buChar char="§"/>
            </a:pPr>
            <a:r>
              <a:rPr lang="en-US" sz="1400" noProof="1">
                <a:solidFill>
                  <a:schemeClr val="bg1"/>
                </a:solidFill>
              </a:rPr>
              <a:t>Pelaksana: PMK 200/2022</a:t>
            </a:r>
            <a:endParaRPr lang="en-US" sz="1600" noProof="1">
              <a:solidFill>
                <a:schemeClr val="bg1"/>
              </a:solidFill>
            </a:endParaRP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B20F6444-8898-43DB-9C61-5209327DC0C8}"/>
              </a:ext>
            </a:extLst>
          </p:cNvPr>
          <p:cNvSpPr/>
          <p:nvPr/>
        </p:nvSpPr>
        <p:spPr>
          <a:xfrm>
            <a:off x="3174772" y="2351984"/>
            <a:ext cx="3004794" cy="3777793"/>
          </a:xfrm>
          <a:prstGeom prst="foldedCorner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600"/>
              </a:spcAft>
            </a:pPr>
            <a:r>
              <a:rPr lang="en-US" b="1" noProof="1">
                <a:solidFill>
                  <a:schemeClr val="tx1"/>
                </a:solidFill>
              </a:rPr>
              <a:t>Jabatan Manajerial</a:t>
            </a:r>
          </a:p>
          <a:p>
            <a:pPr algn="just">
              <a:spcAft>
                <a:spcPts val="600"/>
              </a:spcAft>
            </a:pPr>
            <a:r>
              <a:rPr lang="en-US" u="sng" noProof="1">
                <a:solidFill>
                  <a:schemeClr val="tx1"/>
                </a:solidFill>
              </a:rPr>
              <a:t>JPT</a:t>
            </a:r>
          </a:p>
          <a:p>
            <a:pPr algn="just"/>
            <a:r>
              <a:rPr lang="en-US" sz="1300" noProof="1">
                <a:solidFill>
                  <a:schemeClr val="tx1"/>
                </a:solidFill>
              </a:rPr>
              <a:t>bertanggung jawab &amp; berperan dlm mengelola, memotivasi, &amp; mendukung pengembangan ASN, mendayagunakan sumber daya serta mengambil keputusan sesuai tingkatan jabatannya, untuk mencapai tujuan organisasi</a:t>
            </a:r>
          </a:p>
          <a:p>
            <a:pPr algn="just">
              <a:spcAft>
                <a:spcPts val="600"/>
              </a:spcAft>
            </a:pPr>
            <a:r>
              <a:rPr lang="en-US" u="sng" noProof="1">
                <a:solidFill>
                  <a:schemeClr val="tx1"/>
                </a:solidFill>
              </a:rPr>
              <a:t>Administrator &amp; Pengawas</a:t>
            </a:r>
          </a:p>
          <a:p>
            <a:pPr algn="just">
              <a:spcAft>
                <a:spcPts val="600"/>
              </a:spcAft>
            </a:pPr>
            <a:r>
              <a:rPr lang="en-US" sz="1300" noProof="1">
                <a:solidFill>
                  <a:schemeClr val="tx1"/>
                </a:solidFill>
              </a:rPr>
              <a:t>bertanggung jawab &amp; berperan dlm mengelola, memotivasi, &amp; mendukung pengembangan ASN, memimpin dan mengoordinasikan pelaksanaan strategi pencapaian tujuan organisasi serta pelayanan public dan administrasi.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6344BF-F600-47EF-A872-414F95975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A98EE3D-8CD1-4C3F-BD1C-C98C9596463C}" type="slidenum">
              <a:rPr lang="en-US" sz="1600" smtClean="0">
                <a:latin typeface="Amasis MT Pro Black" panose="02040A04050005020304" pitchFamily="18" charset="0"/>
              </a:rPr>
              <a:pPr algn="ctr"/>
              <a:t>3</a:t>
            </a:fld>
            <a:endParaRPr lang="en-US" sz="1600" dirty="0"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74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B09828D7-0BDC-448F-9EF6-260153C86FAD}"/>
              </a:ext>
            </a:extLst>
          </p:cNvPr>
          <p:cNvSpPr/>
          <p:nvPr/>
        </p:nvSpPr>
        <p:spPr>
          <a:xfrm>
            <a:off x="141401" y="179109"/>
            <a:ext cx="11896627" cy="6042582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53C3D5DD-E335-4CFB-9A16-4CC777075151}"/>
              </a:ext>
            </a:extLst>
          </p:cNvPr>
          <p:cNvSpPr/>
          <p:nvPr/>
        </p:nvSpPr>
        <p:spPr>
          <a:xfrm>
            <a:off x="254525" y="405353"/>
            <a:ext cx="11651529" cy="5524107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err="1">
                <a:solidFill>
                  <a:srgbClr val="0070C0"/>
                </a:solidFill>
                <a:latin typeface="Amasis MT Pro Black" panose="02040A04050005020304" pitchFamily="18" charset="0"/>
              </a:rPr>
              <a:t>Apa</a:t>
            </a:r>
            <a:r>
              <a:rPr lang="en-US" sz="4400" dirty="0">
                <a:solidFill>
                  <a:srgbClr val="0070C0"/>
                </a:solidFill>
                <a:latin typeface="Amasis MT Pro Black" panose="02040A04050005020304" pitchFamily="18" charset="0"/>
              </a:rPr>
              <a:t> </a:t>
            </a:r>
            <a:r>
              <a:rPr lang="en-US" sz="4400" dirty="0" err="1">
                <a:solidFill>
                  <a:srgbClr val="0070C0"/>
                </a:solidFill>
                <a:latin typeface="Amasis MT Pro Black" panose="02040A04050005020304" pitchFamily="18" charset="0"/>
              </a:rPr>
              <a:t>dasar</a:t>
            </a:r>
            <a:r>
              <a:rPr lang="en-US" sz="4400" dirty="0">
                <a:solidFill>
                  <a:srgbClr val="0070C0"/>
                </a:solidFill>
                <a:latin typeface="Amasis MT Pro Black" panose="02040A04050005020304" pitchFamily="18" charset="0"/>
              </a:rPr>
              <a:t> </a:t>
            </a:r>
            <a:r>
              <a:rPr lang="en-US" sz="4400" dirty="0" err="1">
                <a:solidFill>
                  <a:srgbClr val="0070C0"/>
                </a:solidFill>
                <a:latin typeface="Amasis MT Pro Black" panose="02040A04050005020304" pitchFamily="18" charset="0"/>
              </a:rPr>
              <a:t>aturan</a:t>
            </a:r>
            <a:r>
              <a:rPr lang="en-US" sz="4400" dirty="0">
                <a:solidFill>
                  <a:srgbClr val="0070C0"/>
                </a:solidFill>
                <a:latin typeface="Amasis MT Pro Black" panose="02040A04050005020304" pitchFamily="18" charset="0"/>
              </a:rPr>
              <a:t> grading?</a:t>
            </a:r>
            <a:endParaRPr lang="id-ID" sz="4400" dirty="0">
              <a:solidFill>
                <a:srgbClr val="0070C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896165-184C-4798-857B-A599743F3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A98EE3D-8CD1-4C3F-BD1C-C98C9596463C}" type="slidenum">
              <a:rPr lang="en-US" sz="1600" smtClean="0">
                <a:latin typeface="Amasis MT Pro Black" panose="02040A04050005020304" pitchFamily="18" charset="0"/>
              </a:rPr>
              <a:pPr algn="ctr"/>
              <a:t>4</a:t>
            </a:fld>
            <a:endParaRPr lang="en-US" sz="1600" dirty="0"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830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B09828D7-0BDC-448F-9EF6-260153C86FAD}"/>
              </a:ext>
            </a:extLst>
          </p:cNvPr>
          <p:cNvSpPr/>
          <p:nvPr/>
        </p:nvSpPr>
        <p:spPr>
          <a:xfrm>
            <a:off x="147686" y="122548"/>
            <a:ext cx="11896627" cy="6042582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ACA35F82-E67C-4D59-B891-E864637AF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262390"/>
              </p:ext>
            </p:extLst>
          </p:nvPr>
        </p:nvGraphicFramePr>
        <p:xfrm>
          <a:off x="1060408" y="1572390"/>
          <a:ext cx="10071181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1342">
                  <a:extLst>
                    <a:ext uri="{9D8B030D-6E8A-4147-A177-3AD203B41FA5}">
                      <a16:colId xmlns:a16="http://schemas.microsoft.com/office/drawing/2014/main" val="873255434"/>
                    </a:ext>
                  </a:extLst>
                </a:gridCol>
                <a:gridCol w="5429839">
                  <a:extLst>
                    <a:ext uri="{9D8B030D-6E8A-4147-A177-3AD203B41FA5}">
                      <a16:colId xmlns:a16="http://schemas.microsoft.com/office/drawing/2014/main" val="17376472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sz="3200" noProof="1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Jabatan Struktural</a:t>
                      </a:r>
                      <a:r>
                        <a:rPr lang="en-US" sz="3200" noProof="1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 &amp;</a:t>
                      </a:r>
                      <a:br>
                        <a:rPr lang="en-US" sz="3200" noProof="1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</a:br>
                      <a:r>
                        <a:rPr lang="id-ID" sz="3200" noProof="1">
                          <a:solidFill>
                            <a:schemeClr val="bg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Fungsional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3200" noProof="1">
                          <a:solidFill>
                            <a:schemeClr val="tx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Jabatan </a:t>
                      </a:r>
                      <a:r>
                        <a:rPr lang="en-US" sz="3200" noProof="1">
                          <a:solidFill>
                            <a:schemeClr val="tx1"/>
                          </a:solidFill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Pelaksana</a:t>
                      </a:r>
                      <a:endParaRPr lang="id-ID" sz="3200" noProof="1">
                        <a:solidFill>
                          <a:schemeClr val="tx1"/>
                        </a:solidFill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779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KMK 925/KMK.01/2019</a:t>
                      </a:r>
                      <a:endParaRPr lang="id-ID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1500" indent="-401638">
                        <a:spcBef>
                          <a:spcPts val="1800"/>
                        </a:spcBef>
                        <a:spcAft>
                          <a:spcPts val="120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id-ID" sz="3200" dirty="0"/>
                        <a:t>KMK 54/KMK.01/2023</a:t>
                      </a:r>
                    </a:p>
                    <a:p>
                      <a:pPr marL="571500" indent="-401638">
                        <a:spcAft>
                          <a:spcPts val="120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id-ID" sz="3200" dirty="0"/>
                        <a:t>KMK 454 Tahun 2023</a:t>
                      </a:r>
                    </a:p>
                    <a:p>
                      <a:pPr marL="571500" indent="-401638">
                        <a:buFont typeface="Wingdings" panose="05000000000000000000" pitchFamily="2" charset="2"/>
                        <a:buChar char="q"/>
                      </a:pPr>
                      <a:r>
                        <a:rPr lang="id-ID" sz="3200" dirty="0"/>
                        <a:t>KMK 365/MK/SJ/2025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80349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F57BD5-677C-4AC9-8571-7C39AF46E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A98EE3D-8CD1-4C3F-BD1C-C98C9596463C}" type="slidenum">
              <a:rPr lang="en-US" sz="1600" smtClean="0">
                <a:latin typeface="Amasis MT Pro Black" panose="02040A04050005020304" pitchFamily="18" charset="0"/>
              </a:rPr>
              <a:pPr algn="ctr"/>
              <a:t>5</a:t>
            </a:fld>
            <a:endParaRPr lang="en-US" sz="1600" dirty="0"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481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B09828D7-0BDC-448F-9EF6-260153C86FAD}"/>
              </a:ext>
            </a:extLst>
          </p:cNvPr>
          <p:cNvSpPr/>
          <p:nvPr/>
        </p:nvSpPr>
        <p:spPr>
          <a:xfrm>
            <a:off x="141401" y="179109"/>
            <a:ext cx="11896627" cy="6042582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53C3D5DD-E335-4CFB-9A16-4CC777075151}"/>
              </a:ext>
            </a:extLst>
          </p:cNvPr>
          <p:cNvSpPr/>
          <p:nvPr/>
        </p:nvSpPr>
        <p:spPr>
          <a:xfrm>
            <a:off x="254525" y="405353"/>
            <a:ext cx="11651529" cy="5524107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err="1">
                <a:solidFill>
                  <a:srgbClr val="0070C0"/>
                </a:solidFill>
                <a:latin typeface="Amasis MT Pro Black" panose="02040A04050005020304" pitchFamily="18" charset="0"/>
              </a:rPr>
              <a:t>Apa</a:t>
            </a:r>
            <a:r>
              <a:rPr lang="en-US" sz="4400" dirty="0">
                <a:solidFill>
                  <a:srgbClr val="0070C0"/>
                </a:solidFill>
                <a:latin typeface="Amasis MT Pro Black" panose="02040A04050005020304" pitchFamily="18" charset="0"/>
              </a:rPr>
              <a:t> </a:t>
            </a:r>
            <a:r>
              <a:rPr lang="en-US" sz="4400" dirty="0" err="1">
                <a:solidFill>
                  <a:srgbClr val="0070C0"/>
                </a:solidFill>
                <a:latin typeface="Amasis MT Pro Black" panose="02040A04050005020304" pitchFamily="18" charset="0"/>
              </a:rPr>
              <a:t>saja</a:t>
            </a:r>
            <a:r>
              <a:rPr lang="en-US" sz="4400" dirty="0">
                <a:solidFill>
                  <a:srgbClr val="0070C0"/>
                </a:solidFill>
                <a:latin typeface="Amasis MT Pro Black" panose="02040A04050005020304" pitchFamily="18" charset="0"/>
              </a:rPr>
              <a:t> </a:t>
            </a:r>
            <a:r>
              <a:rPr lang="en-US" sz="4400" dirty="0" err="1">
                <a:solidFill>
                  <a:srgbClr val="0070C0"/>
                </a:solidFill>
                <a:latin typeface="Amasis MT Pro Black" panose="02040A04050005020304" pitchFamily="18" charset="0"/>
              </a:rPr>
              <a:t>jenis-jenis</a:t>
            </a:r>
            <a:r>
              <a:rPr lang="en-US" sz="4400" dirty="0">
                <a:solidFill>
                  <a:srgbClr val="0070C0"/>
                </a:solidFill>
                <a:latin typeface="Amasis MT Pro Black" panose="02040A04050005020304" pitchFamily="18" charset="0"/>
              </a:rPr>
              <a:t> </a:t>
            </a:r>
            <a:r>
              <a:rPr lang="en-US" sz="4400" dirty="0" err="1">
                <a:solidFill>
                  <a:srgbClr val="0070C0"/>
                </a:solidFill>
                <a:latin typeface="Amasis MT Pro Black" panose="02040A04050005020304" pitchFamily="18" charset="0"/>
              </a:rPr>
              <a:t>jabatan</a:t>
            </a:r>
            <a:r>
              <a:rPr lang="en-US" sz="4400" dirty="0">
                <a:solidFill>
                  <a:srgbClr val="0070C0"/>
                </a:solidFill>
                <a:latin typeface="Amasis MT Pro Black" panose="02040A04050005020304" pitchFamily="18" charset="0"/>
              </a:rPr>
              <a:t> </a:t>
            </a:r>
            <a:r>
              <a:rPr lang="en-US" sz="4400" dirty="0" err="1">
                <a:solidFill>
                  <a:srgbClr val="0070C0"/>
                </a:solidFill>
                <a:latin typeface="Amasis MT Pro Black" panose="02040A04050005020304" pitchFamily="18" charset="0"/>
              </a:rPr>
              <a:t>Pelaksana</a:t>
            </a:r>
            <a:r>
              <a:rPr lang="en-US" sz="4400" dirty="0">
                <a:solidFill>
                  <a:srgbClr val="0070C0"/>
                </a:solidFill>
                <a:latin typeface="Amasis MT Pro Black" panose="02040A04050005020304" pitchFamily="18" charset="0"/>
              </a:rPr>
              <a:t>?</a:t>
            </a:r>
            <a:endParaRPr lang="id-ID" sz="4400" dirty="0">
              <a:solidFill>
                <a:srgbClr val="0070C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E0816A-9E1D-4AFD-8D12-E3BE12743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A98EE3D-8CD1-4C3F-BD1C-C98C9596463C}" type="slidenum">
              <a:rPr lang="en-US" sz="1600" smtClean="0">
                <a:latin typeface="Amasis MT Pro Black" panose="02040A04050005020304" pitchFamily="18" charset="0"/>
              </a:rPr>
              <a:pPr algn="ctr"/>
              <a:t>6</a:t>
            </a:fld>
            <a:endParaRPr lang="en-US" sz="1600" dirty="0"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326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B09828D7-0BDC-448F-9EF6-260153C86FAD}"/>
              </a:ext>
            </a:extLst>
          </p:cNvPr>
          <p:cNvSpPr/>
          <p:nvPr/>
        </p:nvSpPr>
        <p:spPr>
          <a:xfrm>
            <a:off x="147686" y="122548"/>
            <a:ext cx="11896627" cy="6042582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B26194-14F8-4F33-8B02-4E5C174DA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77" y="198115"/>
            <a:ext cx="11390444" cy="590102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17425F2-D421-47C2-A518-6766A58332E7}"/>
              </a:ext>
            </a:extLst>
          </p:cNvPr>
          <p:cNvSpPr/>
          <p:nvPr/>
        </p:nvSpPr>
        <p:spPr>
          <a:xfrm>
            <a:off x="5721583" y="198115"/>
            <a:ext cx="6052009" cy="6410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400" noProof="1">
                <a:solidFill>
                  <a:srgbClr val="0070C0"/>
                </a:solidFill>
                <a:latin typeface="Amasis MT Pro Black" panose="02040A04050005020304" pitchFamily="18" charset="0"/>
              </a:rPr>
              <a:t>Skema Jenis Jabatan Pelaksana DJBC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2B23E7-8FA3-4160-9D1A-6B36E5ABA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A98EE3D-8CD1-4C3F-BD1C-C98C9596463C}" type="slidenum">
              <a:rPr lang="en-US" sz="1600" smtClean="0">
                <a:latin typeface="Amasis MT Pro Black" panose="02040A04050005020304" pitchFamily="18" charset="0"/>
              </a:rPr>
              <a:pPr algn="ctr"/>
              <a:t>7</a:t>
            </a:fld>
            <a:endParaRPr lang="en-US" sz="1600" dirty="0"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903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B09828D7-0BDC-448F-9EF6-260153C86FAD}"/>
              </a:ext>
            </a:extLst>
          </p:cNvPr>
          <p:cNvSpPr/>
          <p:nvPr/>
        </p:nvSpPr>
        <p:spPr>
          <a:xfrm>
            <a:off x="141401" y="179109"/>
            <a:ext cx="11896627" cy="6042582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53C3D5DD-E335-4CFB-9A16-4CC777075151}"/>
              </a:ext>
            </a:extLst>
          </p:cNvPr>
          <p:cNvSpPr/>
          <p:nvPr/>
        </p:nvSpPr>
        <p:spPr>
          <a:xfrm>
            <a:off x="254525" y="405353"/>
            <a:ext cx="11651529" cy="5524107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err="1">
                <a:solidFill>
                  <a:srgbClr val="00B050"/>
                </a:solidFill>
                <a:latin typeface="Amasis MT Pro Black" panose="02040A04050005020304" pitchFamily="18" charset="0"/>
              </a:rPr>
              <a:t>Bagaimana</a:t>
            </a:r>
            <a:r>
              <a:rPr lang="en-US" sz="4400" dirty="0">
                <a:solidFill>
                  <a:srgbClr val="00B050"/>
                </a:solidFill>
                <a:latin typeface="Amasis MT Pro Black" panose="02040A04050005020304" pitchFamily="18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Amasis MT Pro Black" panose="02040A04050005020304" pitchFamily="18" charset="0"/>
              </a:rPr>
              <a:t>jabatan</a:t>
            </a:r>
            <a:r>
              <a:rPr lang="en-US" sz="4400" dirty="0">
                <a:solidFill>
                  <a:srgbClr val="00B050"/>
                </a:solidFill>
                <a:latin typeface="Amasis MT Pro Black" panose="02040A04050005020304" pitchFamily="18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Amasis MT Pro Black" panose="02040A04050005020304" pitchFamily="18" charset="0"/>
              </a:rPr>
              <a:t>Pelaksana</a:t>
            </a:r>
            <a:r>
              <a:rPr lang="en-US" sz="4400" dirty="0">
                <a:solidFill>
                  <a:srgbClr val="00B050"/>
                </a:solidFill>
                <a:latin typeface="Amasis MT Pro Black" panose="02040A04050005020304" pitchFamily="18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Amasis MT Pro Black" panose="02040A04050005020304" pitchFamily="18" charset="0"/>
              </a:rPr>
              <a:t>ditetapkan</a:t>
            </a:r>
            <a:r>
              <a:rPr lang="en-US" sz="4400" dirty="0">
                <a:solidFill>
                  <a:srgbClr val="00B050"/>
                </a:solidFill>
                <a:latin typeface="Amasis MT Pro Black" panose="02040A04050005020304" pitchFamily="18" charset="0"/>
              </a:rPr>
              <a:t>?</a:t>
            </a:r>
            <a:endParaRPr lang="id-ID" sz="4400" dirty="0">
              <a:solidFill>
                <a:srgbClr val="00B05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B758C0-F81C-4384-A197-30851FC29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A98EE3D-8CD1-4C3F-BD1C-C98C9596463C}" type="slidenum">
              <a:rPr lang="en-US" sz="1600" smtClean="0">
                <a:latin typeface="Amasis MT Pro Black" panose="02040A04050005020304" pitchFamily="18" charset="0"/>
              </a:rPr>
              <a:pPr algn="ctr"/>
              <a:t>8</a:t>
            </a:fld>
            <a:endParaRPr lang="en-US" sz="1600" dirty="0"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801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B09828D7-0BDC-448F-9EF6-260153C86FAD}"/>
              </a:ext>
            </a:extLst>
          </p:cNvPr>
          <p:cNvSpPr/>
          <p:nvPr/>
        </p:nvSpPr>
        <p:spPr>
          <a:xfrm>
            <a:off x="141401" y="179109"/>
            <a:ext cx="11896627" cy="6042582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B758C0-F81C-4384-A197-30851FC29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A98EE3D-8CD1-4C3F-BD1C-C98C9596463C}" type="slidenum">
              <a:rPr lang="en-US" sz="1600" smtClean="0">
                <a:latin typeface="Amasis MT Pro Black" panose="02040A04050005020304" pitchFamily="18" charset="0"/>
              </a:rPr>
              <a:pPr algn="ctr"/>
              <a:t>9</a:t>
            </a:fld>
            <a:endParaRPr lang="en-US" sz="1600" dirty="0">
              <a:latin typeface="Amasis MT Pro Black" panose="02040A040500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2C0A66-E732-4DC3-A2CF-F5FBA5FBF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9" y="1932131"/>
            <a:ext cx="10931090" cy="341927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B378A80-9ED8-44F6-8204-CA9FF8BF87D6}"/>
              </a:ext>
            </a:extLst>
          </p:cNvPr>
          <p:cNvSpPr/>
          <p:nvPr/>
        </p:nvSpPr>
        <p:spPr>
          <a:xfrm>
            <a:off x="2073898" y="420821"/>
            <a:ext cx="7758259" cy="6410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400" noProof="1">
                <a:solidFill>
                  <a:srgbClr val="0070C0"/>
                </a:solidFill>
                <a:latin typeface="Amasis MT Pro Black" panose="02040A04050005020304" pitchFamily="18" charset="0"/>
              </a:rPr>
              <a:t>Skema Jenis </a:t>
            </a:r>
            <a:r>
              <a:rPr lang="en-US" sz="2400" noProof="1">
                <a:solidFill>
                  <a:srgbClr val="0070C0"/>
                </a:solidFill>
                <a:latin typeface="Amasis MT Pro Black" panose="02040A04050005020304" pitchFamily="18" charset="0"/>
              </a:rPr>
              <a:t>Penetapan </a:t>
            </a:r>
            <a:r>
              <a:rPr lang="id-ID" sz="2400" noProof="1">
                <a:solidFill>
                  <a:srgbClr val="0070C0"/>
                </a:solidFill>
                <a:latin typeface="Amasis MT Pro Black" panose="02040A04050005020304" pitchFamily="18" charset="0"/>
              </a:rPr>
              <a:t>Jabatan Pelaksana</a:t>
            </a:r>
            <a:r>
              <a:rPr lang="en-US" sz="2400" noProof="1">
                <a:solidFill>
                  <a:srgbClr val="0070C0"/>
                </a:solidFill>
                <a:latin typeface="Amasis MT Pro Black" panose="02040A04050005020304" pitchFamily="18" charset="0"/>
              </a:rPr>
              <a:t> DJBC</a:t>
            </a:r>
            <a:endParaRPr lang="id-ID" sz="2400" noProof="1">
              <a:solidFill>
                <a:srgbClr val="0070C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09F2B4C0-AFB4-4F8E-B999-B230AF868EF0}"/>
              </a:ext>
            </a:extLst>
          </p:cNvPr>
          <p:cNvSpPr/>
          <p:nvPr/>
        </p:nvSpPr>
        <p:spPr>
          <a:xfrm>
            <a:off x="674449" y="3641768"/>
            <a:ext cx="4223209" cy="1709636"/>
          </a:xfrm>
          <a:prstGeom prst="flowChartAlternateProcess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Star: 6 Points 5">
            <a:extLst>
              <a:ext uri="{FF2B5EF4-FFF2-40B4-BE49-F238E27FC236}">
                <a16:creationId xmlns:a16="http://schemas.microsoft.com/office/drawing/2014/main" id="{A875922E-DA84-4EBD-A154-F637481C58EB}"/>
              </a:ext>
            </a:extLst>
          </p:cNvPr>
          <p:cNvSpPr/>
          <p:nvPr/>
        </p:nvSpPr>
        <p:spPr>
          <a:xfrm>
            <a:off x="4419032" y="4883084"/>
            <a:ext cx="358218" cy="377072"/>
          </a:xfrm>
          <a:prstGeom prst="star6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33593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B09828D7-0BDC-448F-9EF6-260153C86FAD}"/>
              </a:ext>
            </a:extLst>
          </p:cNvPr>
          <p:cNvSpPr/>
          <p:nvPr/>
        </p:nvSpPr>
        <p:spPr>
          <a:xfrm>
            <a:off x="141401" y="179109"/>
            <a:ext cx="11896627" cy="6042582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53C3D5DD-E335-4CFB-9A16-4CC777075151}"/>
              </a:ext>
            </a:extLst>
          </p:cNvPr>
          <p:cNvSpPr/>
          <p:nvPr/>
        </p:nvSpPr>
        <p:spPr>
          <a:xfrm>
            <a:off x="254525" y="405353"/>
            <a:ext cx="11651529" cy="5524107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err="1">
                <a:solidFill>
                  <a:srgbClr val="0070C0"/>
                </a:solidFill>
                <a:latin typeface="Amasis MT Pro Black" panose="02040A04050005020304" pitchFamily="18" charset="0"/>
              </a:rPr>
              <a:t>Bagaimana</a:t>
            </a:r>
            <a:r>
              <a:rPr lang="en-US" sz="4400" dirty="0">
                <a:solidFill>
                  <a:srgbClr val="0070C0"/>
                </a:solidFill>
                <a:latin typeface="Amasis MT Pro Black" panose="02040A04050005020304" pitchFamily="18" charset="0"/>
              </a:rPr>
              <a:t> </a:t>
            </a:r>
            <a:r>
              <a:rPr lang="en-US" sz="4400" dirty="0" err="1">
                <a:solidFill>
                  <a:srgbClr val="0070C0"/>
                </a:solidFill>
                <a:latin typeface="Amasis MT Pro Black" panose="02040A04050005020304" pitchFamily="18" charset="0"/>
              </a:rPr>
              <a:t>prosedur</a:t>
            </a:r>
            <a:r>
              <a:rPr lang="en-US" sz="4400" dirty="0">
                <a:solidFill>
                  <a:srgbClr val="0070C0"/>
                </a:solidFill>
                <a:latin typeface="Amasis MT Pro Black" panose="02040A04050005020304" pitchFamily="18" charset="0"/>
              </a:rPr>
              <a:t> </a:t>
            </a:r>
            <a:r>
              <a:rPr lang="en-US" sz="4400" dirty="0" err="1">
                <a:solidFill>
                  <a:srgbClr val="0070C0"/>
                </a:solidFill>
                <a:latin typeface="Amasis MT Pro Black" panose="02040A04050005020304" pitchFamily="18" charset="0"/>
              </a:rPr>
              <a:t>penetapan</a:t>
            </a:r>
            <a:r>
              <a:rPr lang="en-US" sz="4400" dirty="0">
                <a:solidFill>
                  <a:srgbClr val="0070C0"/>
                </a:solidFill>
                <a:latin typeface="Amasis MT Pro Black" panose="02040A04050005020304" pitchFamily="18" charset="0"/>
              </a:rPr>
              <a:t> </a:t>
            </a:r>
            <a:r>
              <a:rPr lang="en-US" sz="4400" dirty="0" err="1">
                <a:solidFill>
                  <a:srgbClr val="0070C0"/>
                </a:solidFill>
                <a:latin typeface="Amasis MT Pro Black" panose="02040A04050005020304" pitchFamily="18" charset="0"/>
              </a:rPr>
              <a:t>berdasarkan</a:t>
            </a:r>
            <a:r>
              <a:rPr lang="en-US" sz="4400" dirty="0">
                <a:solidFill>
                  <a:srgbClr val="0070C0"/>
                </a:solidFill>
                <a:latin typeface="Amasis MT Pro Black" panose="02040A04050005020304" pitchFamily="18" charset="0"/>
              </a:rPr>
              <a:t> Hasil </a:t>
            </a:r>
            <a:r>
              <a:rPr lang="en-US" sz="4400" dirty="0" err="1">
                <a:solidFill>
                  <a:srgbClr val="0070C0"/>
                </a:solidFill>
                <a:latin typeface="Amasis MT Pro Black" panose="02040A04050005020304" pitchFamily="18" charset="0"/>
              </a:rPr>
              <a:t>Sidang</a:t>
            </a:r>
            <a:r>
              <a:rPr lang="en-US" sz="4400" dirty="0">
                <a:solidFill>
                  <a:srgbClr val="0070C0"/>
                </a:solidFill>
                <a:latin typeface="Amasis MT Pro Black" panose="02040A04050005020304" pitchFamily="18" charset="0"/>
              </a:rPr>
              <a:t> </a:t>
            </a:r>
            <a:r>
              <a:rPr lang="en-US" sz="4400" dirty="0" err="1">
                <a:solidFill>
                  <a:srgbClr val="0070C0"/>
                </a:solidFill>
                <a:latin typeface="Amasis MT Pro Black" panose="02040A04050005020304" pitchFamily="18" charset="0"/>
              </a:rPr>
              <a:t>Penilaian</a:t>
            </a:r>
            <a:r>
              <a:rPr lang="en-US" sz="4400" dirty="0">
                <a:solidFill>
                  <a:srgbClr val="0070C0"/>
                </a:solidFill>
                <a:latin typeface="Amasis MT Pro Black" panose="02040A04050005020304" pitchFamily="18" charset="0"/>
              </a:rPr>
              <a:t>?</a:t>
            </a:r>
            <a:endParaRPr lang="id-ID" sz="4400" dirty="0">
              <a:solidFill>
                <a:srgbClr val="0070C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B758C0-F81C-4384-A197-30851FC29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A98EE3D-8CD1-4C3F-BD1C-C98C9596463C}" type="slidenum">
              <a:rPr lang="en-US" sz="1600" smtClean="0">
                <a:latin typeface="Amasis MT Pro Black" panose="02040A04050005020304" pitchFamily="18" charset="0"/>
              </a:rPr>
              <a:pPr algn="ctr"/>
              <a:t>10</a:t>
            </a:fld>
            <a:endParaRPr lang="en-US" sz="1600" dirty="0"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161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B09828D7-0BDC-448F-9EF6-260153C86FAD}"/>
              </a:ext>
            </a:extLst>
          </p:cNvPr>
          <p:cNvSpPr/>
          <p:nvPr/>
        </p:nvSpPr>
        <p:spPr>
          <a:xfrm>
            <a:off x="141401" y="179109"/>
            <a:ext cx="11896627" cy="6042582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B758C0-F81C-4384-A197-30851FC29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A98EE3D-8CD1-4C3F-BD1C-C98C9596463C}" type="slidenum">
              <a:rPr lang="en-US" sz="1600" smtClean="0">
                <a:latin typeface="Amasis MT Pro Black" panose="02040A04050005020304" pitchFamily="18" charset="0"/>
              </a:rPr>
              <a:pPr algn="ctr"/>
              <a:t>11</a:t>
            </a:fld>
            <a:endParaRPr lang="en-US" sz="1600" dirty="0">
              <a:latin typeface="Amasis MT Pro Black" panose="02040A040500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378A80-9ED8-44F6-8204-CA9FF8BF87D6}"/>
              </a:ext>
            </a:extLst>
          </p:cNvPr>
          <p:cNvSpPr/>
          <p:nvPr/>
        </p:nvSpPr>
        <p:spPr>
          <a:xfrm>
            <a:off x="1629872" y="212100"/>
            <a:ext cx="8919684" cy="6410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>
                <a:solidFill>
                  <a:srgbClr val="0070C0"/>
                </a:solidFill>
                <a:latin typeface="Amasis MT Pro Black" panose="02040A04050005020304" pitchFamily="18" charset="0"/>
              </a:rPr>
              <a:t>Prosedur Penetapan Berdasarkan Sidang Hasil Penilaian</a:t>
            </a:r>
            <a:endParaRPr lang="id-ID" sz="2400" noProof="1">
              <a:solidFill>
                <a:srgbClr val="0070C0"/>
              </a:solidFill>
              <a:latin typeface="Amasis MT Pro Black" panose="02040A040500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7C95F31-A5D1-48F1-BF79-EEE5DF9932A0}"/>
              </a:ext>
            </a:extLst>
          </p:cNvPr>
          <p:cNvGrpSpPr/>
          <p:nvPr/>
        </p:nvGrpSpPr>
        <p:grpSpPr>
          <a:xfrm>
            <a:off x="599082" y="876687"/>
            <a:ext cx="10981264" cy="1216058"/>
            <a:chOff x="415742" y="1074655"/>
            <a:chExt cx="10981264" cy="1216058"/>
          </a:xfrm>
        </p:grpSpPr>
        <p:sp>
          <p:nvSpPr>
            <p:cNvPr id="3" name="Flowchart: Process 2">
              <a:extLst>
                <a:ext uri="{FF2B5EF4-FFF2-40B4-BE49-F238E27FC236}">
                  <a16:creationId xmlns:a16="http://schemas.microsoft.com/office/drawing/2014/main" id="{A687DA8C-9547-4412-9EFC-CC98169DDDC6}"/>
                </a:ext>
              </a:extLst>
            </p:cNvPr>
            <p:cNvSpPr/>
            <p:nvPr/>
          </p:nvSpPr>
          <p:spPr>
            <a:xfrm>
              <a:off x="1743959" y="1074656"/>
              <a:ext cx="9653047" cy="1216057"/>
            </a:xfrm>
            <a:prstGeom prst="flowChartProcess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9" name="Flowchart: Process 8">
              <a:extLst>
                <a:ext uri="{FF2B5EF4-FFF2-40B4-BE49-F238E27FC236}">
                  <a16:creationId xmlns:a16="http://schemas.microsoft.com/office/drawing/2014/main" id="{33C47061-FABA-452E-9279-CD5FC91F7D50}"/>
                </a:ext>
              </a:extLst>
            </p:cNvPr>
            <p:cNvSpPr/>
            <p:nvPr/>
          </p:nvSpPr>
          <p:spPr>
            <a:xfrm>
              <a:off x="415742" y="1074655"/>
              <a:ext cx="1328217" cy="1216057"/>
            </a:xfrm>
            <a:prstGeom prst="flowChartProcess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Amasis MT Pro Black" panose="02040A04050005020304" pitchFamily="18" charset="0"/>
                </a:rPr>
                <a:t>PU</a:t>
              </a:r>
              <a:endParaRPr lang="id-ID" b="1" dirty="0">
                <a:latin typeface="Amasis MT Pro Black" panose="02040A04050005020304" pitchFamily="18" charset="0"/>
              </a:endParaRPr>
            </a:p>
          </p:txBody>
        </p:sp>
        <p:sp>
          <p:nvSpPr>
            <p:cNvPr id="10" name="Flowchart: Alternate Process 9">
              <a:extLst>
                <a:ext uri="{FF2B5EF4-FFF2-40B4-BE49-F238E27FC236}">
                  <a16:creationId xmlns:a16="http://schemas.microsoft.com/office/drawing/2014/main" id="{FAA4FA41-53C3-4F90-9254-0A85AE3D4E75}"/>
                </a:ext>
              </a:extLst>
            </p:cNvPr>
            <p:cNvSpPr/>
            <p:nvPr/>
          </p:nvSpPr>
          <p:spPr>
            <a:xfrm>
              <a:off x="2018300" y="1338605"/>
              <a:ext cx="1461155" cy="688156"/>
            </a:xfrm>
            <a:prstGeom prst="flowChartAlternateProcess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Evaluasi</a:t>
              </a:r>
              <a:br>
                <a:rPr lang="id-ID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id-ID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PKT &amp; PKK</a:t>
              </a:r>
            </a:p>
          </p:txBody>
        </p:sp>
        <p:sp>
          <p:nvSpPr>
            <p:cNvPr id="12" name="Flowchart: Alternate Process 11">
              <a:extLst>
                <a:ext uri="{FF2B5EF4-FFF2-40B4-BE49-F238E27FC236}">
                  <a16:creationId xmlns:a16="http://schemas.microsoft.com/office/drawing/2014/main" id="{36194AAC-F64F-4DF6-87C5-5A4138A9CD2F}"/>
                </a:ext>
              </a:extLst>
            </p:cNvPr>
            <p:cNvSpPr/>
            <p:nvPr/>
          </p:nvSpPr>
          <p:spPr>
            <a:xfrm>
              <a:off x="4034672" y="1371053"/>
              <a:ext cx="1461155" cy="688156"/>
            </a:xfrm>
            <a:prstGeom prst="flowChartAlternateProcess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Sidang Penilaian</a:t>
              </a:r>
              <a:endParaRPr lang="id-ID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lowchart: Alternate Process 12">
              <a:extLst>
                <a:ext uri="{FF2B5EF4-FFF2-40B4-BE49-F238E27FC236}">
                  <a16:creationId xmlns:a16="http://schemas.microsoft.com/office/drawing/2014/main" id="{CAFA3632-0F12-45E5-836C-5056338E220D}"/>
                </a:ext>
              </a:extLst>
            </p:cNvPr>
            <p:cNvSpPr/>
            <p:nvPr/>
          </p:nvSpPr>
          <p:spPr>
            <a:xfrm>
              <a:off x="6043548" y="1365793"/>
              <a:ext cx="2240687" cy="688156"/>
            </a:xfrm>
            <a:prstGeom prst="flowChartAlternateProcess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Rekomendasi Hasil Sidang Penilaian</a:t>
              </a:r>
              <a:endParaRPr lang="id-ID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lowchart: Alternate Process 13">
              <a:extLst>
                <a:ext uri="{FF2B5EF4-FFF2-40B4-BE49-F238E27FC236}">
                  <a16:creationId xmlns:a16="http://schemas.microsoft.com/office/drawing/2014/main" id="{D41411B4-18C6-44B9-804A-2EE38CCE0C4B}"/>
                </a:ext>
              </a:extLst>
            </p:cNvPr>
            <p:cNvSpPr/>
            <p:nvPr/>
          </p:nvSpPr>
          <p:spPr>
            <a:xfrm>
              <a:off x="8831956" y="1365793"/>
              <a:ext cx="2240687" cy="688156"/>
            </a:xfrm>
            <a:prstGeom prst="flowChartAlternateProcess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Penetapan Jabatan &amp; Peringkat</a:t>
              </a:r>
              <a:endParaRPr lang="id-ID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3311B0DA-8DE7-4CAE-88CB-15589666695E}"/>
                </a:ext>
              </a:extLst>
            </p:cNvPr>
            <p:cNvSpPr/>
            <p:nvPr/>
          </p:nvSpPr>
          <p:spPr>
            <a:xfrm>
              <a:off x="3573241" y="1414020"/>
              <a:ext cx="367645" cy="537326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68D52ECB-801B-4A59-91E7-4C936A74D04B}"/>
                </a:ext>
              </a:extLst>
            </p:cNvPr>
            <p:cNvSpPr/>
            <p:nvPr/>
          </p:nvSpPr>
          <p:spPr>
            <a:xfrm>
              <a:off x="5585865" y="1414020"/>
              <a:ext cx="367645" cy="537326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BC4A848B-A112-44B3-9469-CDC0221CB23A}"/>
                </a:ext>
              </a:extLst>
            </p:cNvPr>
            <p:cNvSpPr/>
            <p:nvPr/>
          </p:nvSpPr>
          <p:spPr>
            <a:xfrm>
              <a:off x="8374273" y="1414020"/>
              <a:ext cx="367645" cy="537326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1555076-A7B7-40AC-BCF4-83D2164D6F59}"/>
              </a:ext>
            </a:extLst>
          </p:cNvPr>
          <p:cNvGrpSpPr/>
          <p:nvPr/>
        </p:nvGrpSpPr>
        <p:grpSpPr>
          <a:xfrm>
            <a:off x="599082" y="2181200"/>
            <a:ext cx="10981264" cy="1216058"/>
            <a:chOff x="415742" y="1074655"/>
            <a:chExt cx="10981264" cy="1216058"/>
          </a:xfrm>
        </p:grpSpPr>
        <p:sp>
          <p:nvSpPr>
            <p:cNvPr id="20" name="Flowchart: Process 19">
              <a:extLst>
                <a:ext uri="{FF2B5EF4-FFF2-40B4-BE49-F238E27FC236}">
                  <a16:creationId xmlns:a16="http://schemas.microsoft.com/office/drawing/2014/main" id="{162D3F50-4785-40DB-978A-7A2F09E332DD}"/>
                </a:ext>
              </a:extLst>
            </p:cNvPr>
            <p:cNvSpPr/>
            <p:nvPr/>
          </p:nvSpPr>
          <p:spPr>
            <a:xfrm>
              <a:off x="1743959" y="1074656"/>
              <a:ext cx="9653047" cy="1216057"/>
            </a:xfrm>
            <a:prstGeom prst="flowChartProcess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1" name="Flowchart: Process 20">
              <a:extLst>
                <a:ext uri="{FF2B5EF4-FFF2-40B4-BE49-F238E27FC236}">
                  <a16:creationId xmlns:a16="http://schemas.microsoft.com/office/drawing/2014/main" id="{B099136D-36F7-475D-A4BB-FACBEC625344}"/>
                </a:ext>
              </a:extLst>
            </p:cNvPr>
            <p:cNvSpPr/>
            <p:nvPr/>
          </p:nvSpPr>
          <p:spPr>
            <a:xfrm>
              <a:off x="415742" y="1074655"/>
              <a:ext cx="1328217" cy="1216057"/>
            </a:xfrm>
            <a:prstGeom prst="flowChartProcess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Amasis MT Pro Black" panose="02040A04050005020304" pitchFamily="18" charset="0"/>
                </a:rPr>
                <a:t>PK</a:t>
              </a:r>
              <a:endParaRPr lang="id-ID" b="1" dirty="0">
                <a:solidFill>
                  <a:schemeClr val="tx1"/>
                </a:solidFill>
                <a:latin typeface="Amasis MT Pro Black" panose="02040A04050005020304" pitchFamily="18" charset="0"/>
              </a:endParaRPr>
            </a:p>
          </p:txBody>
        </p:sp>
        <p:sp>
          <p:nvSpPr>
            <p:cNvPr id="22" name="Flowchart: Alternate Process 21">
              <a:extLst>
                <a:ext uri="{FF2B5EF4-FFF2-40B4-BE49-F238E27FC236}">
                  <a16:creationId xmlns:a16="http://schemas.microsoft.com/office/drawing/2014/main" id="{1592DFDF-9A43-4EE5-A784-C778BAF16C54}"/>
                </a:ext>
              </a:extLst>
            </p:cNvPr>
            <p:cNvSpPr/>
            <p:nvPr/>
          </p:nvSpPr>
          <p:spPr>
            <a:xfrm>
              <a:off x="2018300" y="1338605"/>
              <a:ext cx="1461155" cy="688156"/>
            </a:xfrm>
            <a:prstGeom prst="flowChartAlternateProcess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1200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Evaluasi</a:t>
              </a:r>
              <a:br>
                <a:rPr lang="id-ID" sz="1200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id-ID" sz="1200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PKT &amp; </a:t>
              </a:r>
              <a:r>
                <a:rPr lang="en-US" sz="1200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Akumulasi Masa Kerja</a:t>
              </a:r>
              <a:endParaRPr lang="id-ID" sz="12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lowchart: Alternate Process 22">
              <a:extLst>
                <a:ext uri="{FF2B5EF4-FFF2-40B4-BE49-F238E27FC236}">
                  <a16:creationId xmlns:a16="http://schemas.microsoft.com/office/drawing/2014/main" id="{5A9ED79B-3C3B-467F-A16A-27772DFCAEFA}"/>
                </a:ext>
              </a:extLst>
            </p:cNvPr>
            <p:cNvSpPr/>
            <p:nvPr/>
          </p:nvSpPr>
          <p:spPr>
            <a:xfrm>
              <a:off x="4034672" y="1371053"/>
              <a:ext cx="1461155" cy="688156"/>
            </a:xfrm>
            <a:prstGeom prst="flowChartAlternateProcess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Sidang Penilaian</a:t>
              </a:r>
              <a:endParaRPr lang="id-ID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lowchart: Alternate Process 23">
              <a:extLst>
                <a:ext uri="{FF2B5EF4-FFF2-40B4-BE49-F238E27FC236}">
                  <a16:creationId xmlns:a16="http://schemas.microsoft.com/office/drawing/2014/main" id="{E4EB7A85-FDE1-4B4C-B681-A50ECB5C39CB}"/>
                </a:ext>
              </a:extLst>
            </p:cNvPr>
            <p:cNvSpPr/>
            <p:nvPr/>
          </p:nvSpPr>
          <p:spPr>
            <a:xfrm>
              <a:off x="6043548" y="1365793"/>
              <a:ext cx="2240687" cy="688156"/>
            </a:xfrm>
            <a:prstGeom prst="flowChartAlternateProcess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Rekomendasi Hasil Sidang Penilaian</a:t>
              </a:r>
              <a:endParaRPr lang="id-ID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lowchart: Alternate Process 24">
              <a:extLst>
                <a:ext uri="{FF2B5EF4-FFF2-40B4-BE49-F238E27FC236}">
                  <a16:creationId xmlns:a16="http://schemas.microsoft.com/office/drawing/2014/main" id="{B6DCBC32-E87A-44A6-AEC9-A17A24ECB022}"/>
                </a:ext>
              </a:extLst>
            </p:cNvPr>
            <p:cNvSpPr/>
            <p:nvPr/>
          </p:nvSpPr>
          <p:spPr>
            <a:xfrm>
              <a:off x="8831956" y="1365793"/>
              <a:ext cx="2240687" cy="688156"/>
            </a:xfrm>
            <a:prstGeom prst="flowChartAlternateProcess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Penetapan Jabatan &amp; Peringkat</a:t>
              </a:r>
              <a:endParaRPr lang="id-ID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7475BA72-678C-4249-8B08-FC76B86236A1}"/>
                </a:ext>
              </a:extLst>
            </p:cNvPr>
            <p:cNvSpPr/>
            <p:nvPr/>
          </p:nvSpPr>
          <p:spPr>
            <a:xfrm>
              <a:off x="3573241" y="1414020"/>
              <a:ext cx="367645" cy="537326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7" name="Arrow: Right 26">
              <a:extLst>
                <a:ext uri="{FF2B5EF4-FFF2-40B4-BE49-F238E27FC236}">
                  <a16:creationId xmlns:a16="http://schemas.microsoft.com/office/drawing/2014/main" id="{004947FB-B355-46E3-BA43-A73A8D4A217C}"/>
                </a:ext>
              </a:extLst>
            </p:cNvPr>
            <p:cNvSpPr/>
            <p:nvPr/>
          </p:nvSpPr>
          <p:spPr>
            <a:xfrm>
              <a:off x="5585865" y="1414020"/>
              <a:ext cx="367645" cy="537326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9E5360E7-9120-4B32-989B-C89085923317}"/>
                </a:ext>
              </a:extLst>
            </p:cNvPr>
            <p:cNvSpPr/>
            <p:nvPr/>
          </p:nvSpPr>
          <p:spPr>
            <a:xfrm>
              <a:off x="8374273" y="1414020"/>
              <a:ext cx="367645" cy="537326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4EACAD-46B8-41AA-B550-212D4D6C62D2}"/>
              </a:ext>
            </a:extLst>
          </p:cNvPr>
          <p:cNvGrpSpPr/>
          <p:nvPr/>
        </p:nvGrpSpPr>
        <p:grpSpPr>
          <a:xfrm>
            <a:off x="599082" y="3502374"/>
            <a:ext cx="10981264" cy="1216058"/>
            <a:chOff x="415742" y="1074655"/>
            <a:chExt cx="10981264" cy="1216058"/>
          </a:xfrm>
        </p:grpSpPr>
        <p:sp>
          <p:nvSpPr>
            <p:cNvPr id="31" name="Flowchart: Process 30">
              <a:extLst>
                <a:ext uri="{FF2B5EF4-FFF2-40B4-BE49-F238E27FC236}">
                  <a16:creationId xmlns:a16="http://schemas.microsoft.com/office/drawing/2014/main" id="{40169A2C-1DB2-4F7C-838E-52980B7DF673}"/>
                </a:ext>
              </a:extLst>
            </p:cNvPr>
            <p:cNvSpPr/>
            <p:nvPr/>
          </p:nvSpPr>
          <p:spPr>
            <a:xfrm>
              <a:off x="1743959" y="1074656"/>
              <a:ext cx="9653047" cy="1216057"/>
            </a:xfrm>
            <a:prstGeom prst="flowChartProcess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32" name="Flowchart: Process 31">
              <a:extLst>
                <a:ext uri="{FF2B5EF4-FFF2-40B4-BE49-F238E27FC236}">
                  <a16:creationId xmlns:a16="http://schemas.microsoft.com/office/drawing/2014/main" id="{3A9B0481-AAF6-4707-A50C-197E113050C8}"/>
                </a:ext>
              </a:extLst>
            </p:cNvPr>
            <p:cNvSpPr/>
            <p:nvPr/>
          </p:nvSpPr>
          <p:spPr>
            <a:xfrm>
              <a:off x="415742" y="1074655"/>
              <a:ext cx="1328217" cy="1216057"/>
            </a:xfrm>
            <a:prstGeom prst="flowChartProcess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PTB</a:t>
              </a:r>
              <a:endParaRPr lang="id-ID" b="1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</p:txBody>
        </p:sp>
        <p:sp>
          <p:nvSpPr>
            <p:cNvPr id="33" name="Flowchart: Alternate Process 32">
              <a:extLst>
                <a:ext uri="{FF2B5EF4-FFF2-40B4-BE49-F238E27FC236}">
                  <a16:creationId xmlns:a16="http://schemas.microsoft.com/office/drawing/2014/main" id="{E98F968B-3063-46C5-98D2-42364BBFBD91}"/>
                </a:ext>
              </a:extLst>
            </p:cNvPr>
            <p:cNvSpPr/>
            <p:nvPr/>
          </p:nvSpPr>
          <p:spPr>
            <a:xfrm>
              <a:off x="2018300" y="1338605"/>
              <a:ext cx="1461155" cy="688156"/>
            </a:xfrm>
            <a:prstGeom prst="flowChartAlternateProcess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Evaluasi</a:t>
              </a:r>
              <a:br>
                <a:rPr lang="id-ID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id-ID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PKT</a:t>
              </a:r>
            </a:p>
          </p:txBody>
        </p:sp>
        <p:sp>
          <p:nvSpPr>
            <p:cNvPr id="34" name="Flowchart: Alternate Process 33">
              <a:extLst>
                <a:ext uri="{FF2B5EF4-FFF2-40B4-BE49-F238E27FC236}">
                  <a16:creationId xmlns:a16="http://schemas.microsoft.com/office/drawing/2014/main" id="{AE42436C-7067-4D3A-AAF4-8B573B3B35CF}"/>
                </a:ext>
              </a:extLst>
            </p:cNvPr>
            <p:cNvSpPr/>
            <p:nvPr/>
          </p:nvSpPr>
          <p:spPr>
            <a:xfrm>
              <a:off x="4034672" y="1371053"/>
              <a:ext cx="1461155" cy="688156"/>
            </a:xfrm>
            <a:prstGeom prst="flowChartAlternateProcess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Sidang Penilaian</a:t>
              </a:r>
              <a:endParaRPr lang="id-ID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Flowchart: Alternate Process 34">
              <a:extLst>
                <a:ext uri="{FF2B5EF4-FFF2-40B4-BE49-F238E27FC236}">
                  <a16:creationId xmlns:a16="http://schemas.microsoft.com/office/drawing/2014/main" id="{F94B960C-329D-42AF-88FF-22EC9663F1A6}"/>
                </a:ext>
              </a:extLst>
            </p:cNvPr>
            <p:cNvSpPr/>
            <p:nvPr/>
          </p:nvSpPr>
          <p:spPr>
            <a:xfrm>
              <a:off x="6043548" y="1365793"/>
              <a:ext cx="2240687" cy="688156"/>
            </a:xfrm>
            <a:prstGeom prst="flowChartAlternateProcess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Rekomendasi Hasil Sidang Penilaian</a:t>
              </a:r>
              <a:endParaRPr lang="id-ID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Flowchart: Alternate Process 35">
              <a:extLst>
                <a:ext uri="{FF2B5EF4-FFF2-40B4-BE49-F238E27FC236}">
                  <a16:creationId xmlns:a16="http://schemas.microsoft.com/office/drawing/2014/main" id="{FDC613BA-AB6E-4B2B-BE26-EA8271DD11A9}"/>
                </a:ext>
              </a:extLst>
            </p:cNvPr>
            <p:cNvSpPr/>
            <p:nvPr/>
          </p:nvSpPr>
          <p:spPr>
            <a:xfrm>
              <a:off x="8831956" y="1365793"/>
              <a:ext cx="2240687" cy="688156"/>
            </a:xfrm>
            <a:prstGeom prst="flowChartAlternateProcess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Penetapan Jabatan &amp; Peringkat</a:t>
              </a:r>
              <a:endParaRPr lang="id-ID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Arrow: Right 36">
              <a:extLst>
                <a:ext uri="{FF2B5EF4-FFF2-40B4-BE49-F238E27FC236}">
                  <a16:creationId xmlns:a16="http://schemas.microsoft.com/office/drawing/2014/main" id="{F94FD148-7A13-45F5-A67B-6E9198B5430A}"/>
                </a:ext>
              </a:extLst>
            </p:cNvPr>
            <p:cNvSpPr/>
            <p:nvPr/>
          </p:nvSpPr>
          <p:spPr>
            <a:xfrm>
              <a:off x="3573241" y="1414020"/>
              <a:ext cx="367645" cy="537326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38" name="Arrow: Right 37">
              <a:extLst>
                <a:ext uri="{FF2B5EF4-FFF2-40B4-BE49-F238E27FC236}">
                  <a16:creationId xmlns:a16="http://schemas.microsoft.com/office/drawing/2014/main" id="{4751A6A5-7ADF-460D-A8AC-BA3A3D3670FD}"/>
                </a:ext>
              </a:extLst>
            </p:cNvPr>
            <p:cNvSpPr/>
            <p:nvPr/>
          </p:nvSpPr>
          <p:spPr>
            <a:xfrm>
              <a:off x="5585865" y="1414020"/>
              <a:ext cx="367645" cy="537326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39" name="Arrow: Right 38">
              <a:extLst>
                <a:ext uri="{FF2B5EF4-FFF2-40B4-BE49-F238E27FC236}">
                  <a16:creationId xmlns:a16="http://schemas.microsoft.com/office/drawing/2014/main" id="{D2BFBC4B-E216-4F65-B3AB-E1D42F81E56A}"/>
                </a:ext>
              </a:extLst>
            </p:cNvPr>
            <p:cNvSpPr/>
            <p:nvPr/>
          </p:nvSpPr>
          <p:spPr>
            <a:xfrm>
              <a:off x="8374273" y="1414020"/>
              <a:ext cx="367645" cy="537326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C3F76C1-D978-4133-8DAA-C89778DDB2A4}"/>
              </a:ext>
            </a:extLst>
          </p:cNvPr>
          <p:cNvGrpSpPr/>
          <p:nvPr/>
        </p:nvGrpSpPr>
        <p:grpSpPr>
          <a:xfrm>
            <a:off x="599082" y="4841370"/>
            <a:ext cx="10981264" cy="1216058"/>
            <a:chOff x="415742" y="1074655"/>
            <a:chExt cx="10981264" cy="1216058"/>
          </a:xfrm>
        </p:grpSpPr>
        <p:sp>
          <p:nvSpPr>
            <p:cNvPr id="41" name="Flowchart: Process 40">
              <a:extLst>
                <a:ext uri="{FF2B5EF4-FFF2-40B4-BE49-F238E27FC236}">
                  <a16:creationId xmlns:a16="http://schemas.microsoft.com/office/drawing/2014/main" id="{D54BB685-A59B-43C4-9548-92BCC06654E3}"/>
                </a:ext>
              </a:extLst>
            </p:cNvPr>
            <p:cNvSpPr/>
            <p:nvPr/>
          </p:nvSpPr>
          <p:spPr>
            <a:xfrm>
              <a:off x="1743959" y="1074656"/>
              <a:ext cx="9653047" cy="1216057"/>
            </a:xfrm>
            <a:prstGeom prst="flowChartProcess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42" name="Flowchart: Process 41">
              <a:extLst>
                <a:ext uri="{FF2B5EF4-FFF2-40B4-BE49-F238E27FC236}">
                  <a16:creationId xmlns:a16="http://schemas.microsoft.com/office/drawing/2014/main" id="{9633C27B-FBB8-4AD6-B8EA-48AC089543AB}"/>
                </a:ext>
              </a:extLst>
            </p:cNvPr>
            <p:cNvSpPr/>
            <p:nvPr/>
          </p:nvSpPr>
          <p:spPr>
            <a:xfrm>
              <a:off x="415742" y="1074655"/>
              <a:ext cx="1328217" cy="1216057"/>
            </a:xfrm>
            <a:prstGeom prst="flowChartProcess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PT</a:t>
              </a:r>
              <a:endParaRPr lang="id-ID" b="1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</p:txBody>
        </p:sp>
        <p:sp>
          <p:nvSpPr>
            <p:cNvPr id="43" name="Flowchart: Alternate Process 42">
              <a:extLst>
                <a:ext uri="{FF2B5EF4-FFF2-40B4-BE49-F238E27FC236}">
                  <a16:creationId xmlns:a16="http://schemas.microsoft.com/office/drawing/2014/main" id="{C9498875-03E8-46B4-8490-E44C858F76D7}"/>
                </a:ext>
              </a:extLst>
            </p:cNvPr>
            <p:cNvSpPr/>
            <p:nvPr/>
          </p:nvSpPr>
          <p:spPr>
            <a:xfrm>
              <a:off x="2018299" y="1338605"/>
              <a:ext cx="2147195" cy="688156"/>
            </a:xfrm>
            <a:prstGeom prst="flowChartAlternateProcess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1600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Evaluasi</a:t>
              </a:r>
              <a:br>
                <a:rPr lang="id-ID" sz="800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100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(ak.masa kerja, ak.waktu pelacakan,</a:t>
              </a:r>
              <a:r>
                <a:rPr lang="id-ID" sz="1100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PKT</a:t>
              </a:r>
              <a:r>
                <a:rPr lang="en-US" sz="1100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,nilai uji, usia)</a:t>
              </a:r>
              <a:endParaRPr lang="id-ID" sz="28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lowchart: Alternate Process 43">
              <a:extLst>
                <a:ext uri="{FF2B5EF4-FFF2-40B4-BE49-F238E27FC236}">
                  <a16:creationId xmlns:a16="http://schemas.microsoft.com/office/drawing/2014/main" id="{A951D025-A718-40CE-ADC8-143EB8E05307}"/>
                </a:ext>
              </a:extLst>
            </p:cNvPr>
            <p:cNvSpPr/>
            <p:nvPr/>
          </p:nvSpPr>
          <p:spPr>
            <a:xfrm>
              <a:off x="4718599" y="1365793"/>
              <a:ext cx="1187775" cy="688156"/>
            </a:xfrm>
            <a:prstGeom prst="flowChartAlternateProcess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Sidang Penilaian</a:t>
              </a:r>
              <a:endParaRPr lang="id-ID" sz="16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Flowchart: Alternate Process 44">
              <a:extLst>
                <a:ext uri="{FF2B5EF4-FFF2-40B4-BE49-F238E27FC236}">
                  <a16:creationId xmlns:a16="http://schemas.microsoft.com/office/drawing/2014/main" id="{7D599874-DF85-4FFC-890C-8127815E0BEB}"/>
                </a:ext>
              </a:extLst>
            </p:cNvPr>
            <p:cNvSpPr/>
            <p:nvPr/>
          </p:nvSpPr>
          <p:spPr>
            <a:xfrm>
              <a:off x="6459478" y="1365793"/>
              <a:ext cx="1824757" cy="688156"/>
            </a:xfrm>
            <a:prstGeom prst="flowChartAlternateProcess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Rekomendasi Hasil Sidang Penilaian</a:t>
              </a:r>
              <a:endParaRPr lang="id-ID" sz="14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Flowchart: Alternate Process 45">
              <a:extLst>
                <a:ext uri="{FF2B5EF4-FFF2-40B4-BE49-F238E27FC236}">
                  <a16:creationId xmlns:a16="http://schemas.microsoft.com/office/drawing/2014/main" id="{5ADF6707-4CDD-49A2-9D9D-B732040B957A}"/>
                </a:ext>
              </a:extLst>
            </p:cNvPr>
            <p:cNvSpPr/>
            <p:nvPr/>
          </p:nvSpPr>
          <p:spPr>
            <a:xfrm>
              <a:off x="8831956" y="1365793"/>
              <a:ext cx="2240687" cy="688156"/>
            </a:xfrm>
            <a:prstGeom prst="flowChartAlternateProcess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Penetapan Jabatan &amp; Peringkat</a:t>
              </a:r>
              <a:endParaRPr lang="id-ID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Arrow: Right 46">
              <a:extLst>
                <a:ext uri="{FF2B5EF4-FFF2-40B4-BE49-F238E27FC236}">
                  <a16:creationId xmlns:a16="http://schemas.microsoft.com/office/drawing/2014/main" id="{A8CFF3E4-8DE0-4836-B0F8-C4B1BC6116D5}"/>
                </a:ext>
              </a:extLst>
            </p:cNvPr>
            <p:cNvSpPr/>
            <p:nvPr/>
          </p:nvSpPr>
          <p:spPr>
            <a:xfrm>
              <a:off x="4266112" y="1441208"/>
              <a:ext cx="367645" cy="537326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48" name="Arrow: Right 47">
              <a:extLst>
                <a:ext uri="{FF2B5EF4-FFF2-40B4-BE49-F238E27FC236}">
                  <a16:creationId xmlns:a16="http://schemas.microsoft.com/office/drawing/2014/main" id="{7668050F-9061-4247-AAB6-6C6109C13495}"/>
                </a:ext>
              </a:extLst>
            </p:cNvPr>
            <p:cNvSpPr/>
            <p:nvPr/>
          </p:nvSpPr>
          <p:spPr>
            <a:xfrm>
              <a:off x="6001795" y="1441208"/>
              <a:ext cx="367645" cy="537326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49" name="Arrow: Right 48">
              <a:extLst>
                <a:ext uri="{FF2B5EF4-FFF2-40B4-BE49-F238E27FC236}">
                  <a16:creationId xmlns:a16="http://schemas.microsoft.com/office/drawing/2014/main" id="{D37B922F-8B59-474C-856A-9E78D71CBE21}"/>
                </a:ext>
              </a:extLst>
            </p:cNvPr>
            <p:cNvSpPr/>
            <p:nvPr/>
          </p:nvSpPr>
          <p:spPr>
            <a:xfrm>
              <a:off x="8374273" y="1414020"/>
              <a:ext cx="367645" cy="537326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632596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B09828D7-0BDC-448F-9EF6-260153C86FAD}"/>
              </a:ext>
            </a:extLst>
          </p:cNvPr>
          <p:cNvSpPr/>
          <p:nvPr/>
        </p:nvSpPr>
        <p:spPr>
          <a:xfrm>
            <a:off x="141401" y="179109"/>
            <a:ext cx="11896627" cy="6042582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53C3D5DD-E335-4CFB-9A16-4CC777075151}"/>
              </a:ext>
            </a:extLst>
          </p:cNvPr>
          <p:cNvSpPr/>
          <p:nvPr/>
        </p:nvSpPr>
        <p:spPr>
          <a:xfrm>
            <a:off x="254525" y="405353"/>
            <a:ext cx="11651529" cy="5524107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err="1">
                <a:solidFill>
                  <a:srgbClr val="0070C0"/>
                </a:solidFill>
                <a:latin typeface="Amasis MT Pro Black" panose="02040A04050005020304" pitchFamily="18" charset="0"/>
              </a:rPr>
              <a:t>Apa</a:t>
            </a:r>
            <a:r>
              <a:rPr lang="en-US" sz="4400" dirty="0">
                <a:solidFill>
                  <a:srgbClr val="0070C0"/>
                </a:solidFill>
                <a:latin typeface="Amasis MT Pro Black" panose="02040A04050005020304" pitchFamily="18" charset="0"/>
              </a:rPr>
              <a:t> </a:t>
            </a:r>
            <a:r>
              <a:rPr lang="en-US" sz="4400" dirty="0" err="1">
                <a:solidFill>
                  <a:srgbClr val="0070C0"/>
                </a:solidFill>
                <a:latin typeface="Amasis MT Pro Black" panose="02040A04050005020304" pitchFamily="18" charset="0"/>
              </a:rPr>
              <a:t>saja</a:t>
            </a:r>
            <a:r>
              <a:rPr lang="en-US" sz="4400" dirty="0">
                <a:solidFill>
                  <a:srgbClr val="0070C0"/>
                </a:solidFill>
                <a:latin typeface="Amasis MT Pro Black" panose="02040A04050005020304" pitchFamily="18" charset="0"/>
              </a:rPr>
              <a:t> </a:t>
            </a:r>
            <a:r>
              <a:rPr lang="en-US" sz="4400" dirty="0" err="1">
                <a:solidFill>
                  <a:srgbClr val="0070C0"/>
                </a:solidFill>
                <a:latin typeface="Amasis MT Pro Black" panose="02040A04050005020304" pitchFamily="18" charset="0"/>
              </a:rPr>
              <a:t>poin</a:t>
            </a:r>
            <a:r>
              <a:rPr lang="en-US" sz="4400" dirty="0">
                <a:solidFill>
                  <a:srgbClr val="0070C0"/>
                </a:solidFill>
                <a:latin typeface="Amasis MT Pro Black" panose="02040A04050005020304" pitchFamily="18" charset="0"/>
              </a:rPr>
              <a:t> </a:t>
            </a:r>
            <a:r>
              <a:rPr lang="en-US" sz="4400" dirty="0" err="1">
                <a:solidFill>
                  <a:srgbClr val="0070C0"/>
                </a:solidFill>
                <a:latin typeface="Amasis MT Pro Black" panose="02040A04050005020304" pitchFamily="18" charset="0"/>
              </a:rPr>
              <a:t>pentingnya</a:t>
            </a:r>
            <a:r>
              <a:rPr lang="en-US" sz="4400" dirty="0">
                <a:solidFill>
                  <a:srgbClr val="0070C0"/>
                </a:solidFill>
                <a:latin typeface="Amasis MT Pro Black" panose="02040A04050005020304" pitchFamily="18" charset="0"/>
              </a:rPr>
              <a:t>?</a:t>
            </a:r>
            <a:endParaRPr lang="id-ID" sz="4400" dirty="0">
              <a:solidFill>
                <a:srgbClr val="0070C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B758C0-F81C-4384-A197-30851FC29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A98EE3D-8CD1-4C3F-BD1C-C98C9596463C}" type="slidenum">
              <a:rPr lang="en-US" sz="1600" smtClean="0">
                <a:latin typeface="Amasis MT Pro Black" panose="02040A04050005020304" pitchFamily="18" charset="0"/>
              </a:rPr>
              <a:pPr algn="ctr"/>
              <a:t>12</a:t>
            </a:fld>
            <a:endParaRPr lang="en-US" sz="1600" dirty="0"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386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B09828D7-0BDC-448F-9EF6-260153C86FAD}"/>
              </a:ext>
            </a:extLst>
          </p:cNvPr>
          <p:cNvSpPr/>
          <p:nvPr/>
        </p:nvSpPr>
        <p:spPr>
          <a:xfrm>
            <a:off x="141401" y="179109"/>
            <a:ext cx="11896627" cy="6042582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B758C0-F81C-4384-A197-30851FC29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A98EE3D-8CD1-4C3F-BD1C-C98C9596463C}" type="slidenum">
              <a:rPr lang="en-US" sz="1600" smtClean="0">
                <a:latin typeface="Amasis MT Pro Black" panose="02040A04050005020304" pitchFamily="18" charset="0"/>
              </a:rPr>
              <a:pPr algn="ctr"/>
              <a:t>13</a:t>
            </a:fld>
            <a:endParaRPr lang="en-US" sz="1600" dirty="0">
              <a:latin typeface="Amasis MT Pro Black" panose="02040A04050005020304" pitchFamily="18" charset="0"/>
            </a:endParaRP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B3DA4313-867A-44E6-AFBD-6AA053A37002}"/>
              </a:ext>
            </a:extLst>
          </p:cNvPr>
          <p:cNvSpPr/>
          <p:nvPr/>
        </p:nvSpPr>
        <p:spPr>
          <a:xfrm>
            <a:off x="2912882" y="900257"/>
            <a:ext cx="2818615" cy="2111605"/>
          </a:xfrm>
          <a:prstGeom prst="flowChartAlternateProcess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400" b="1" noProof="1">
                <a:solidFill>
                  <a:schemeClr val="bg1"/>
                </a:solidFill>
                <a:latin typeface="Amasis MT Pro Black" panose="02040A04050005020304" pitchFamily="18" charset="0"/>
              </a:rPr>
              <a:t>Memenuhi Persyaratan Administrasi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3ECA4AE9-3706-4582-9D06-98940AE51EC8}"/>
              </a:ext>
            </a:extLst>
          </p:cNvPr>
          <p:cNvSpPr/>
          <p:nvPr/>
        </p:nvSpPr>
        <p:spPr>
          <a:xfrm>
            <a:off x="5912176" y="3240461"/>
            <a:ext cx="2818615" cy="2111605"/>
          </a:xfrm>
          <a:prstGeom prst="flowChartAlternateProcess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1">
                <a:solidFill>
                  <a:schemeClr val="bg1"/>
                </a:solidFill>
                <a:latin typeface="Amasis MT Pro Black" panose="02040A04050005020304" pitchFamily="18" charset="0"/>
              </a:rPr>
              <a:t>Hasil PKK kategori “</a:t>
            </a:r>
            <a:r>
              <a:rPr lang="id-ID" sz="2400" b="1" noProof="1">
                <a:solidFill>
                  <a:schemeClr val="bg1"/>
                </a:solidFill>
                <a:latin typeface="Amasis MT Pro Black" panose="02040A04050005020304" pitchFamily="18" charset="0"/>
              </a:rPr>
              <a:t>Memenuhi</a:t>
            </a:r>
            <a:r>
              <a:rPr lang="en-US" sz="2400" b="1" noProof="1">
                <a:solidFill>
                  <a:schemeClr val="bg1"/>
                </a:solidFill>
                <a:latin typeface="Amasis MT Pro Black" panose="02040A04050005020304" pitchFamily="18" charset="0"/>
              </a:rPr>
              <a:t>”</a:t>
            </a:r>
            <a:endParaRPr lang="id-ID" sz="2400" b="1" noProof="1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2" name="Flowchart: Alternate Process 51">
            <a:extLst>
              <a:ext uri="{FF2B5EF4-FFF2-40B4-BE49-F238E27FC236}">
                <a16:creationId xmlns:a16="http://schemas.microsoft.com/office/drawing/2014/main" id="{8E2A4B0C-5A91-4A9D-AB86-8B1C825ACB74}"/>
              </a:ext>
            </a:extLst>
          </p:cNvPr>
          <p:cNvSpPr/>
          <p:nvPr/>
        </p:nvSpPr>
        <p:spPr>
          <a:xfrm>
            <a:off x="2912883" y="3240461"/>
            <a:ext cx="2818615" cy="2111605"/>
          </a:xfrm>
          <a:prstGeom prst="flowChartAlternateProcess">
            <a:avLst/>
          </a:prstGeom>
          <a:solidFill>
            <a:srgbClr val="FFC0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1">
                <a:solidFill>
                  <a:schemeClr val="tx1"/>
                </a:solidFill>
                <a:latin typeface="Amasis MT Pro Black" panose="02040A04050005020304" pitchFamily="18" charset="0"/>
              </a:rPr>
              <a:t>Memenuhi Syarat PKT</a:t>
            </a:r>
            <a:endParaRPr lang="id-ID" sz="2400" b="1" noProof="1">
              <a:solidFill>
                <a:schemeClr val="tx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3" name="Flowchart: Alternate Process 52">
            <a:extLst>
              <a:ext uri="{FF2B5EF4-FFF2-40B4-BE49-F238E27FC236}">
                <a16:creationId xmlns:a16="http://schemas.microsoft.com/office/drawing/2014/main" id="{96F39D13-C084-4A23-8938-2B4C2BFF622F}"/>
              </a:ext>
            </a:extLst>
          </p:cNvPr>
          <p:cNvSpPr/>
          <p:nvPr/>
        </p:nvSpPr>
        <p:spPr>
          <a:xfrm>
            <a:off x="5912176" y="900256"/>
            <a:ext cx="2818615" cy="2111605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1">
                <a:solidFill>
                  <a:schemeClr val="bg1"/>
                </a:solidFill>
                <a:latin typeface="Amasis MT Pro Black" panose="02040A04050005020304" pitchFamily="18" charset="0"/>
              </a:rPr>
              <a:t>Terdapat Formasi</a:t>
            </a:r>
            <a:endParaRPr lang="id-ID" sz="2400" b="1" noProof="1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405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B09828D7-0BDC-448F-9EF6-260153C86FAD}"/>
              </a:ext>
            </a:extLst>
          </p:cNvPr>
          <p:cNvSpPr/>
          <p:nvPr/>
        </p:nvSpPr>
        <p:spPr>
          <a:xfrm>
            <a:off x="141401" y="179109"/>
            <a:ext cx="11896627" cy="6042582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53C3D5DD-E335-4CFB-9A16-4CC777075151}"/>
              </a:ext>
            </a:extLst>
          </p:cNvPr>
          <p:cNvSpPr/>
          <p:nvPr/>
        </p:nvSpPr>
        <p:spPr>
          <a:xfrm>
            <a:off x="254525" y="405353"/>
            <a:ext cx="11651529" cy="5524107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  <a:latin typeface="Amasis MT Pro Black" panose="02040A04050005020304" pitchFamily="18" charset="0"/>
              </a:rPr>
              <a:t>Apakah</a:t>
            </a:r>
            <a:r>
              <a:rPr lang="en-US" sz="2800" dirty="0">
                <a:solidFill>
                  <a:schemeClr val="tx1"/>
                </a:solidFill>
                <a:latin typeface="Amasis MT Pro Black" panose="02040A040500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masis MT Pro Black" panose="02040A04050005020304" pitchFamily="18" charset="0"/>
              </a:rPr>
              <a:t>bisa</a:t>
            </a:r>
            <a:r>
              <a:rPr lang="en-US" sz="2800" dirty="0">
                <a:solidFill>
                  <a:schemeClr val="tx1"/>
                </a:solidFill>
                <a:latin typeface="Amasis MT Pro Black" panose="02040A04050005020304" pitchFamily="18" charset="0"/>
              </a:rPr>
              <a:t> </a:t>
            </a:r>
            <a:r>
              <a:rPr lang="en-US" sz="2800" u="sng" dirty="0" err="1">
                <a:solidFill>
                  <a:srgbClr val="FF0000"/>
                </a:solidFill>
                <a:latin typeface="Amasis MT Pro Black" panose="02040A04050005020304" pitchFamily="18" charset="0"/>
              </a:rPr>
              <a:t>tidak</a:t>
            </a:r>
            <a:r>
              <a:rPr lang="en-US" sz="2800" u="sng" dirty="0">
                <a:solidFill>
                  <a:srgbClr val="FF0000"/>
                </a:solidFill>
                <a:latin typeface="Amasis MT Pro Black" panose="02040A04050005020304" pitchFamily="18" charset="0"/>
              </a:rPr>
              <a:t> naik</a:t>
            </a:r>
            <a:r>
              <a:rPr lang="en-US" sz="2800" dirty="0">
                <a:solidFill>
                  <a:schemeClr val="tx1"/>
                </a:solidFill>
                <a:latin typeface="Amasis MT Pro Black" panose="02040A04050005020304" pitchFamily="18" charset="0"/>
              </a:rPr>
              <a:t> grading, </a:t>
            </a:r>
            <a:r>
              <a:rPr lang="en-US" sz="2800" dirty="0" err="1">
                <a:solidFill>
                  <a:schemeClr val="tx1"/>
                </a:solidFill>
                <a:latin typeface="Amasis MT Pro Black" panose="02040A04050005020304" pitchFamily="18" charset="0"/>
              </a:rPr>
              <a:t>meskpun</a:t>
            </a:r>
            <a:r>
              <a:rPr lang="en-US" sz="2800" dirty="0">
                <a:solidFill>
                  <a:schemeClr val="tx1"/>
                </a:solidFill>
                <a:latin typeface="Amasis MT Pro Black" panose="02040A040500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masis MT Pro Black" panose="02040A04050005020304" pitchFamily="18" charset="0"/>
              </a:rPr>
              <a:t>memenuhi</a:t>
            </a:r>
            <a:r>
              <a:rPr lang="en-US" sz="2800" dirty="0">
                <a:solidFill>
                  <a:schemeClr val="tx1"/>
                </a:solidFill>
                <a:latin typeface="Amasis MT Pro Black" panose="02040A040500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masis MT Pro Black" panose="02040A04050005020304" pitchFamily="18" charset="0"/>
              </a:rPr>
              <a:t>syarat</a:t>
            </a:r>
            <a:r>
              <a:rPr lang="en-US" sz="2800" dirty="0">
                <a:solidFill>
                  <a:schemeClr val="tx1"/>
                </a:solidFill>
                <a:latin typeface="Amasis MT Pro Black" panose="02040A040500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masis MT Pro Black" panose="02040A04050005020304" pitchFamily="18" charset="0"/>
              </a:rPr>
              <a:t>administrasi</a:t>
            </a:r>
            <a:r>
              <a:rPr lang="en-US" sz="2800" dirty="0">
                <a:solidFill>
                  <a:schemeClr val="tx1"/>
                </a:solidFill>
                <a:latin typeface="Amasis MT Pro Black" panose="02040A04050005020304" pitchFamily="18" charset="0"/>
              </a:rPr>
              <a:t>, </a:t>
            </a:r>
            <a:r>
              <a:rPr lang="en-US" sz="2800" dirty="0" err="1">
                <a:solidFill>
                  <a:schemeClr val="tx1"/>
                </a:solidFill>
                <a:latin typeface="Amasis MT Pro Black" panose="02040A04050005020304" pitchFamily="18" charset="0"/>
              </a:rPr>
              <a:t>memiliki</a:t>
            </a:r>
            <a:r>
              <a:rPr lang="en-US" sz="2800" dirty="0">
                <a:solidFill>
                  <a:schemeClr val="tx1"/>
                </a:solidFill>
                <a:latin typeface="Amasis MT Pro Black" panose="02040A04050005020304" pitchFamily="18" charset="0"/>
              </a:rPr>
              <a:t> 2 PKT minimal “</a:t>
            </a:r>
            <a:r>
              <a:rPr lang="en-US" sz="2800" dirty="0" err="1">
                <a:solidFill>
                  <a:schemeClr val="tx1"/>
                </a:solidFill>
                <a:latin typeface="Amasis MT Pro Black" panose="02040A04050005020304" pitchFamily="18" charset="0"/>
              </a:rPr>
              <a:t>baik</a:t>
            </a:r>
            <a:r>
              <a:rPr lang="en-US" sz="2800" dirty="0">
                <a:solidFill>
                  <a:schemeClr val="tx1"/>
                </a:solidFill>
                <a:latin typeface="Amasis MT Pro Black" panose="02040A04050005020304" pitchFamily="18" charset="0"/>
              </a:rPr>
              <a:t>”, dan </a:t>
            </a:r>
            <a:r>
              <a:rPr lang="en-US" sz="2800" dirty="0" err="1">
                <a:solidFill>
                  <a:schemeClr val="tx1"/>
                </a:solidFill>
                <a:latin typeface="Amasis MT Pro Black" panose="02040A04050005020304" pitchFamily="18" charset="0"/>
              </a:rPr>
              <a:t>secara</a:t>
            </a:r>
            <a:r>
              <a:rPr lang="en-US" sz="2800" dirty="0">
                <a:solidFill>
                  <a:schemeClr val="tx1"/>
                </a:solidFill>
                <a:latin typeface="Amasis MT Pro Black" panose="02040A040500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masis MT Pro Black" panose="02040A04050005020304" pitchFamily="18" charset="0"/>
              </a:rPr>
              <a:t>formasi</a:t>
            </a:r>
            <a:r>
              <a:rPr lang="en-US" sz="2800" dirty="0">
                <a:solidFill>
                  <a:schemeClr val="tx1"/>
                </a:solidFill>
                <a:latin typeface="Amasis MT Pro Black" panose="02040A040500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masis MT Pro Black" panose="02040A04050005020304" pitchFamily="18" charset="0"/>
              </a:rPr>
              <a:t>masih</a:t>
            </a:r>
            <a:r>
              <a:rPr lang="en-US" sz="2800" dirty="0">
                <a:solidFill>
                  <a:schemeClr val="tx1"/>
                </a:solidFill>
                <a:latin typeface="Amasis MT Pro Black" panose="02040A040500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masis MT Pro Black" panose="02040A04050005020304" pitchFamily="18" charset="0"/>
              </a:rPr>
              <a:t>tersedia</a:t>
            </a:r>
            <a:r>
              <a:rPr lang="en-US" sz="2800" dirty="0">
                <a:solidFill>
                  <a:schemeClr val="tx1"/>
                </a:solidFill>
                <a:latin typeface="Amasis MT Pro Black" panose="02040A04050005020304" pitchFamily="18" charset="0"/>
              </a:rPr>
              <a:t>?</a:t>
            </a:r>
          </a:p>
          <a:p>
            <a:pPr algn="ctr"/>
            <a:endParaRPr lang="en-US" sz="2800" dirty="0">
              <a:solidFill>
                <a:srgbClr val="0070C0"/>
              </a:solidFill>
              <a:latin typeface="Amasis MT Pro Black" panose="02040A04050005020304" pitchFamily="18" charset="0"/>
            </a:endParaRPr>
          </a:p>
          <a:p>
            <a:pPr algn="ctr"/>
            <a:r>
              <a:rPr lang="id-ID" sz="2800" i="1" dirty="0">
                <a:solidFill>
                  <a:srgbClr val="0070C0"/>
                </a:solidFill>
                <a:latin typeface="Amasis MT Pro Black" panose="02040A04050005020304" pitchFamily="18" charset="0"/>
              </a:rPr>
              <a:t>Sangat bisa jika salah </a:t>
            </a:r>
            <a:r>
              <a:rPr lang="id-ID" sz="2800" i="1" u="sng" dirty="0">
                <a:solidFill>
                  <a:srgbClr val="0070C0"/>
                </a:solidFill>
                <a:latin typeface="Amasis MT Pro Black" panose="02040A04050005020304" pitchFamily="18" charset="0"/>
              </a:rPr>
              <a:t>satu atau lebih indikator penilaian</a:t>
            </a:r>
            <a:r>
              <a:rPr lang="id-ID" sz="2800" i="1" dirty="0">
                <a:solidFill>
                  <a:srgbClr val="0070C0"/>
                </a:solidFill>
                <a:latin typeface="Amasis MT Pro Black" panose="02040A04050005020304" pitchFamily="18" charset="0"/>
              </a:rPr>
              <a:t> Kemampuan Kerja PU yang dilakukan </a:t>
            </a:r>
            <a:r>
              <a:rPr lang="id-ID" sz="2800" i="1" u="sng" dirty="0">
                <a:solidFill>
                  <a:srgbClr val="0070C0"/>
                </a:solidFill>
                <a:latin typeface="Amasis MT Pro Black" panose="02040A04050005020304" pitchFamily="18" charset="0"/>
              </a:rPr>
              <a:t>oleh atasan langsung</a:t>
            </a:r>
            <a:r>
              <a:rPr lang="id-ID" sz="2800" i="1" dirty="0">
                <a:solidFill>
                  <a:srgbClr val="0070C0"/>
                </a:solidFill>
                <a:latin typeface="Amasis MT Pro Black" panose="02040A04050005020304" pitchFamily="18" charset="0"/>
              </a:rPr>
              <a:t> bernilai </a:t>
            </a:r>
            <a:r>
              <a:rPr lang="id-ID" sz="2800" i="1" u="sng" dirty="0">
                <a:solidFill>
                  <a:srgbClr val="FF0000"/>
                </a:solidFill>
                <a:latin typeface="Amasis MT Pro Black" panose="02040A04050005020304" pitchFamily="18" charset="0"/>
              </a:rPr>
              <a:t>kurang dari 2</a:t>
            </a:r>
            <a:r>
              <a:rPr lang="id-ID" sz="2800" dirty="0">
                <a:solidFill>
                  <a:srgbClr val="0070C0"/>
                </a:solidFill>
                <a:latin typeface="Amasis MT Pro Black" panose="02040A04050005020304" pitchFamily="18" charset="0"/>
              </a:rPr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B758C0-F81C-4384-A197-30851FC29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A98EE3D-8CD1-4C3F-BD1C-C98C9596463C}" type="slidenum">
              <a:rPr lang="en-US" sz="1600" smtClean="0">
                <a:latin typeface="Amasis MT Pro Black" panose="02040A04050005020304" pitchFamily="18" charset="0"/>
              </a:rPr>
              <a:pPr algn="ctr"/>
              <a:t>14</a:t>
            </a:fld>
            <a:endParaRPr lang="en-US" sz="1600" dirty="0"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593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B09828D7-0BDC-448F-9EF6-260153C86FAD}"/>
              </a:ext>
            </a:extLst>
          </p:cNvPr>
          <p:cNvSpPr/>
          <p:nvPr/>
        </p:nvSpPr>
        <p:spPr>
          <a:xfrm>
            <a:off x="141401" y="179109"/>
            <a:ext cx="11896627" cy="6042582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53C3D5DD-E335-4CFB-9A16-4CC777075151}"/>
              </a:ext>
            </a:extLst>
          </p:cNvPr>
          <p:cNvSpPr/>
          <p:nvPr/>
        </p:nvSpPr>
        <p:spPr>
          <a:xfrm>
            <a:off x="254525" y="405353"/>
            <a:ext cx="11651529" cy="5524107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  <a:latin typeface="Amasis MT Pro Black" panose="02040A04050005020304" pitchFamily="18" charset="0"/>
              </a:rPr>
              <a:t>Seperti</a:t>
            </a:r>
            <a:r>
              <a:rPr lang="en-US" sz="2800" dirty="0">
                <a:solidFill>
                  <a:schemeClr val="tx1"/>
                </a:solidFill>
                <a:latin typeface="Amasis MT Pro Black" panose="02040A040500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masis MT Pro Black" panose="02040A04050005020304" pitchFamily="18" charset="0"/>
              </a:rPr>
              <a:t>apa</a:t>
            </a:r>
            <a:r>
              <a:rPr lang="en-US" sz="2800" dirty="0">
                <a:solidFill>
                  <a:schemeClr val="tx1"/>
                </a:solidFill>
                <a:latin typeface="Amasis MT Pro Black" panose="02040A04050005020304" pitchFamily="18" charset="0"/>
              </a:rPr>
              <a:t> format </a:t>
            </a:r>
            <a:r>
              <a:rPr lang="en-US" sz="2800" dirty="0" err="1">
                <a:solidFill>
                  <a:schemeClr val="tx1"/>
                </a:solidFill>
                <a:latin typeface="Amasis MT Pro Black" panose="02040A04050005020304" pitchFamily="18" charset="0"/>
              </a:rPr>
              <a:t>penilaian</a:t>
            </a:r>
            <a:r>
              <a:rPr lang="en-US" sz="2800" dirty="0">
                <a:solidFill>
                  <a:schemeClr val="tx1"/>
                </a:solidFill>
                <a:latin typeface="Amasis MT Pro Black" panose="02040A040500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masis MT Pro Black" panose="02040A04050005020304" pitchFamily="18" charset="0"/>
              </a:rPr>
              <a:t>Kemampuan</a:t>
            </a:r>
            <a:r>
              <a:rPr lang="en-US" sz="2800" dirty="0">
                <a:solidFill>
                  <a:schemeClr val="tx1"/>
                </a:solidFill>
                <a:latin typeface="Amasis MT Pro Black" panose="02040A040500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masis MT Pro Black" panose="02040A04050005020304" pitchFamily="18" charset="0"/>
              </a:rPr>
              <a:t>Kerja</a:t>
            </a:r>
            <a:r>
              <a:rPr lang="en-US" sz="2800" dirty="0">
                <a:solidFill>
                  <a:schemeClr val="tx1"/>
                </a:solidFill>
                <a:latin typeface="Amasis MT Pro Black" panose="02040A04050005020304" pitchFamily="18" charset="0"/>
              </a:rPr>
              <a:t> oleh </a:t>
            </a:r>
            <a:r>
              <a:rPr lang="en-US" sz="2800" dirty="0" err="1">
                <a:solidFill>
                  <a:schemeClr val="tx1"/>
                </a:solidFill>
                <a:latin typeface="Amasis MT Pro Black" panose="02040A04050005020304" pitchFamily="18" charset="0"/>
              </a:rPr>
              <a:t>atasan</a:t>
            </a:r>
            <a:r>
              <a:rPr lang="en-US" sz="2800" dirty="0">
                <a:solidFill>
                  <a:schemeClr val="tx1"/>
                </a:solidFill>
                <a:latin typeface="Amasis MT Pro Black" panose="02040A040500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Amasis MT Pro Black" panose="02040A04050005020304" pitchFamily="18" charset="0"/>
              </a:rPr>
              <a:t>langsung</a:t>
            </a:r>
            <a:r>
              <a:rPr lang="en-US" sz="2800" dirty="0">
                <a:solidFill>
                  <a:schemeClr val="tx1"/>
                </a:solidFill>
                <a:latin typeface="Amasis MT Pro Black" panose="02040A04050005020304" pitchFamily="18" charset="0"/>
              </a:rPr>
              <a:t>?</a:t>
            </a:r>
            <a:endParaRPr lang="id-ID" sz="2800" dirty="0">
              <a:solidFill>
                <a:schemeClr val="tx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B758C0-F81C-4384-A197-30851FC29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A98EE3D-8CD1-4C3F-BD1C-C98C9596463C}" type="slidenum">
              <a:rPr lang="en-US" sz="1600" smtClean="0">
                <a:latin typeface="Amasis MT Pro Black" panose="02040A04050005020304" pitchFamily="18" charset="0"/>
              </a:rPr>
              <a:pPr algn="ctr"/>
              <a:t>15</a:t>
            </a:fld>
            <a:endParaRPr lang="en-US" sz="1600" dirty="0"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012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B09828D7-0BDC-448F-9EF6-260153C86FAD}"/>
              </a:ext>
            </a:extLst>
          </p:cNvPr>
          <p:cNvSpPr/>
          <p:nvPr/>
        </p:nvSpPr>
        <p:spPr>
          <a:xfrm>
            <a:off x="141401" y="179109"/>
            <a:ext cx="11896627" cy="6042582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B758C0-F81C-4384-A197-30851FC29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A98EE3D-8CD1-4C3F-BD1C-C98C9596463C}" type="slidenum">
              <a:rPr lang="en-US" sz="1600" smtClean="0">
                <a:latin typeface="Amasis MT Pro Black" panose="02040A04050005020304" pitchFamily="18" charset="0"/>
              </a:rPr>
              <a:pPr algn="ctr"/>
              <a:t>16</a:t>
            </a:fld>
            <a:endParaRPr lang="en-US" sz="1600" dirty="0">
              <a:latin typeface="Amasis MT Pro Black" panose="02040A04050005020304" pitchFamily="18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3CD1D93E-2FEC-424E-B906-03EEC630D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751966"/>
              </p:ext>
            </p:extLst>
          </p:nvPr>
        </p:nvGraphicFramePr>
        <p:xfrm>
          <a:off x="407225" y="362251"/>
          <a:ext cx="11364977" cy="5161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2474">
                  <a:extLst>
                    <a:ext uri="{9D8B030D-6E8A-4147-A177-3AD203B41FA5}">
                      <a16:colId xmlns:a16="http://schemas.microsoft.com/office/drawing/2014/main" val="2638199878"/>
                    </a:ext>
                  </a:extLst>
                </a:gridCol>
                <a:gridCol w="2496376">
                  <a:extLst>
                    <a:ext uri="{9D8B030D-6E8A-4147-A177-3AD203B41FA5}">
                      <a16:colId xmlns:a16="http://schemas.microsoft.com/office/drawing/2014/main" val="282521905"/>
                    </a:ext>
                  </a:extLst>
                </a:gridCol>
                <a:gridCol w="2545575">
                  <a:extLst>
                    <a:ext uri="{9D8B030D-6E8A-4147-A177-3AD203B41FA5}">
                      <a16:colId xmlns:a16="http://schemas.microsoft.com/office/drawing/2014/main" val="2772994936"/>
                    </a:ext>
                  </a:extLst>
                </a:gridCol>
                <a:gridCol w="2422689">
                  <a:extLst>
                    <a:ext uri="{9D8B030D-6E8A-4147-A177-3AD203B41FA5}">
                      <a16:colId xmlns:a16="http://schemas.microsoft.com/office/drawing/2014/main" val="3331430882"/>
                    </a:ext>
                  </a:extLst>
                </a:gridCol>
                <a:gridCol w="1177863">
                  <a:extLst>
                    <a:ext uri="{9D8B030D-6E8A-4147-A177-3AD203B41FA5}">
                      <a16:colId xmlns:a16="http://schemas.microsoft.com/office/drawing/2014/main" val="474940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id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Level </a:t>
                      </a: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Kemampuan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Kerja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PU</a:t>
                      </a:r>
                      <a:endParaRPr lang="id-ID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d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d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Bukti </a:t>
                      </a:r>
                      <a:r>
                        <a:rPr lang="en-US"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Kerja</a:t>
                      </a:r>
                      <a:endParaRPr lang="id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3332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sz="1200" b="1" noProof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Indikator Penilaian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Level 1</a:t>
                      </a:r>
                      <a:endParaRPr lang="id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Level 2</a:t>
                      </a:r>
                      <a:endParaRPr lang="id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Level 3</a:t>
                      </a:r>
                      <a:endParaRPr lang="id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id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9233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Kemampuan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memahami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peraturan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terka</a:t>
                      </a:r>
                      <a:r>
                        <a:rPr lang="id-ID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it,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id-ID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proses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bisnis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dan </a:t>
                      </a:r>
                      <a:r>
                        <a:rPr lang="id-ID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SOP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id-ID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sesua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dengan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bidang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tugas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menjadikannya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sebagai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acuan</a:t>
                      </a:r>
                      <a:endParaRPr lang="id-ID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Mampu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mengidentifikasi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peraturan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terkait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proses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bisnis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SOP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sesuai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dengan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bidang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tugas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id-ID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Mampu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menggunakan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peraturan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terkait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proses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bisnis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SOP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sebagai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acuan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kerja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dalam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menyelesaikan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pekerjaan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id-ID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Mampu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menganalisis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mengevaluasi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permasalahan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pada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peraturan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terkait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proses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bisnis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SOP yang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menjadi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acuan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kerja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id-ID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d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1732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fi-FI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Kemampuan menganalisis masalah dan menemukan solusi terbaik</a:t>
                      </a:r>
                      <a:endParaRPr lang="id-ID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Mampu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mengidentifikasi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menerjemahkan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inti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permasalahan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sesuai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bidang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tugasnya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id-ID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Mampu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menemukan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solusi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atas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permasalahan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sesuai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bidang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tugasnya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id-ID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Mampu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menganalisis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mengevaluasi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dampak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permasalahan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terhadap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tugas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lain yang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berkaitan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id-ID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d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999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Kemampuan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Menyusun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rencana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kerja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sesuai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bidang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tugasnya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mamastikan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rencaka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kerja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terlaksana</a:t>
                      </a:r>
                      <a:endParaRPr lang="id-ID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Mampu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mengidentifikasi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tugas-tugas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yang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harus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diselesaikan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id-ID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Mampu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menentukan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prioritas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atas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pekerjaan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berdasarkan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tingkat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kepentingan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memastikan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rencana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kerja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terlaksana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id-ID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Mampu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melakukan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penyesuaian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rencana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kerja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berdasarkan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hasil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analisis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evaluasi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terhadap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kebutuhan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organisasi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id-ID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d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814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Kemampuan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untuk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melakukan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kerja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dalam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rangka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koordinasi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dengan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atasan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rekan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kerja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dan </a:t>
                      </a:r>
                      <a:r>
                        <a:rPr lang="en-US" sz="14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stakeholders</a:t>
                      </a:r>
                      <a:endParaRPr lang="id-ID" sz="140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Mampu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memahami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pentingnya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Kerjasama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dengan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atasan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rekan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kerja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dan </a:t>
                      </a:r>
                      <a:r>
                        <a:rPr lang="en-US" sz="14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stakeholders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id-ID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Mampu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menggunakan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kemampuan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Kerjasama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untuk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kepentingan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tugas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jabatan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id-ID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Mampu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menggunakan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kemampuan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Kerjasama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untuk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kepentingan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organisasi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id-ID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d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0939439"/>
                  </a:ext>
                </a:extLst>
              </a:tr>
            </a:tbl>
          </a:graphicData>
        </a:graphic>
      </p:graphicFrame>
      <p:sp>
        <p:nvSpPr>
          <p:cNvPr id="4" name="Arrow: Right 3">
            <a:extLst>
              <a:ext uri="{FF2B5EF4-FFF2-40B4-BE49-F238E27FC236}">
                <a16:creationId xmlns:a16="http://schemas.microsoft.com/office/drawing/2014/main" id="{E4783D85-5115-482C-B857-52E4814558E8}"/>
              </a:ext>
            </a:extLst>
          </p:cNvPr>
          <p:cNvSpPr/>
          <p:nvPr/>
        </p:nvSpPr>
        <p:spPr>
          <a:xfrm>
            <a:off x="5627802" y="5456863"/>
            <a:ext cx="4930218" cy="49962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memenuhi</a:t>
            </a:r>
            <a:endParaRPr lang="id-ID" b="1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5E9CA840-612B-4422-AE04-61D6E2B3270A}"/>
              </a:ext>
            </a:extLst>
          </p:cNvPr>
          <p:cNvSpPr/>
          <p:nvPr/>
        </p:nvSpPr>
        <p:spPr>
          <a:xfrm>
            <a:off x="3110845" y="5684364"/>
            <a:ext cx="2535811" cy="49962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tidak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memenuhi</a:t>
            </a:r>
            <a:endParaRPr lang="id-ID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87696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B758C0-F81C-4384-A197-30851FC29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A98EE3D-8CD1-4C3F-BD1C-C98C9596463C}" type="slidenum">
              <a:rPr lang="en-US" sz="1600" smtClean="0">
                <a:latin typeface="Amasis MT Pro Black" panose="02040A04050005020304" pitchFamily="18" charset="0"/>
              </a:rPr>
              <a:pPr algn="ctr"/>
              <a:t>17</a:t>
            </a:fld>
            <a:endParaRPr lang="en-US" sz="1600" dirty="0">
              <a:latin typeface="Amasis MT Pro Black" panose="02040A04050005020304" pitchFamily="18" charset="0"/>
            </a:endParaRP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9F07F00A-7C6C-46C7-9D28-9EE92E90DE2C}"/>
              </a:ext>
            </a:extLst>
          </p:cNvPr>
          <p:cNvSpPr/>
          <p:nvPr/>
        </p:nvSpPr>
        <p:spPr>
          <a:xfrm>
            <a:off x="1123361" y="2149311"/>
            <a:ext cx="9945278" cy="3120273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  <a:latin typeface="Amasis MT Pro Black" panose="02040A04050005020304" pitchFamily="18" charset="0"/>
              </a:rPr>
              <a:t>TERIMA KASIH</a:t>
            </a:r>
            <a:endParaRPr lang="id-ID" sz="5400" dirty="0">
              <a:solidFill>
                <a:schemeClr val="tx1"/>
              </a:solidFill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65121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ppt/theme/themeOverride2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ef7128f-a7d0-43d2-bee4-5f56f49c64da" xsi:nil="true"/>
    <lcf76f155ced4ddcb4097134ff3c332f xmlns="6d95bc28-2e5c-4ccd-92aa-ea746d83373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8A126F045CFA4FBFC051756F52F0CC" ma:contentTypeVersion="15" ma:contentTypeDescription="Create a new document." ma:contentTypeScope="" ma:versionID="12f85d6bb6142f950f8f53ce0854478a">
  <xsd:schema xmlns:xsd="http://www.w3.org/2001/XMLSchema" xmlns:xs="http://www.w3.org/2001/XMLSchema" xmlns:p="http://schemas.microsoft.com/office/2006/metadata/properties" xmlns:ns2="6d95bc28-2e5c-4ccd-92aa-ea746d833732" xmlns:ns3="0ef7128f-a7d0-43d2-bee4-5f56f49c64da" targetNamespace="http://schemas.microsoft.com/office/2006/metadata/properties" ma:root="true" ma:fieldsID="921264ecc4fdbb0abdbe4d39900e1dab" ns2:_="" ns3:_="">
    <xsd:import namespace="6d95bc28-2e5c-4ccd-92aa-ea746d833732"/>
    <xsd:import namespace="0ef7128f-a7d0-43d2-bee4-5f56f49c64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95bc28-2e5c-4ccd-92aa-ea746d8337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3a81aea-b39a-4503-b357-deb112bd17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f7128f-a7d0-43d2-bee4-5f56f49c64d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f1e72fe-9aef-441d-9d3c-5bffe1197267}" ma:internalName="TaxCatchAll" ma:showField="CatchAllData" ma:web="0ef7128f-a7d0-43d2-bee4-5f56f49c64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C6BA8E-3E38-46B4-A733-223D9B4E797F}"/>
</file>

<file path=docProps/app.xml><?xml version="1.0" encoding="utf-8"?>
<Properties xmlns="http://schemas.openxmlformats.org/officeDocument/2006/extended-properties" xmlns:vt="http://schemas.openxmlformats.org/officeDocument/2006/docPropsVTypes">
  <Template>{666E6A6B-16A6-441A-878E-F37039DDB0A4}TF235124e3-e6db-4c6d-93c8-733f2fadbc609fb6f57c_win32-b1e91d96f19e</Template>
  <TotalTime>717</TotalTime>
  <Words>620</Words>
  <Application>Microsoft Office PowerPoint</Application>
  <PresentationFormat>Widescreen</PresentationFormat>
  <Paragraphs>115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Abadi</vt:lpstr>
      <vt:lpstr>Aharoni</vt:lpstr>
      <vt:lpstr>Amasis MT Pro Black</vt:lpstr>
      <vt:lpstr>Arial</vt:lpstr>
      <vt:lpstr>Calibri</vt:lpstr>
      <vt:lpstr>Georgia Pro Cond Light</vt:lpstr>
      <vt:lpstr>Speak Pro</vt:lpstr>
      <vt:lpstr>Wingdings</vt:lpstr>
      <vt:lpstr>RetrospectVTI</vt:lpstr>
      <vt:lpstr>Penetapan Jabatan dan Peringkat Pegawai Pelaksana Kemenkeu – DJBC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Penetapan Jabatan dan Peringkat Pegawai Pelaksana Kemenkeu</dc:title>
  <dc:creator>Ahmad Saifuddin Zuhri</dc:creator>
  <cp:lastModifiedBy>Ahmad</cp:lastModifiedBy>
  <cp:revision>19</cp:revision>
  <dcterms:created xsi:type="dcterms:W3CDTF">2026-03-08T05:44:25Z</dcterms:created>
  <dcterms:modified xsi:type="dcterms:W3CDTF">2026-03-10T02:24:21Z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0x0101003A8A126F045CFA4FBFC051756F52F0CC</vt:lpwstr>
  </property>
</Properties>
</file>